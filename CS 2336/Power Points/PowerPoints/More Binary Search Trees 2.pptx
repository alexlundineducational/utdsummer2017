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2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3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4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notesSlides/notesSlide5.xml" ContentType="application/vnd.openxmlformats-officedocument.presentationml.notesSlide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notesSlides/notesSlide6.xml" ContentType="application/vnd.openxmlformats-officedocument.presentationml.notesSlide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notesSlides/notesSlide7.xml" ContentType="application/vnd.openxmlformats-officedocument.presentationml.notesSlide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notesSlides/notesSlide8.xml" ContentType="application/vnd.openxmlformats-officedocument.presentationml.notesSlide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notesSlides/notesSlide9.xml" ContentType="application/vnd.openxmlformats-officedocument.presentationml.notesSlid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notesSlides/notesSlide10.xml" ContentType="application/vnd.openxmlformats-officedocument.presentationml.notesSlide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notesSlides/notesSlide11.xml" ContentType="application/vnd.openxmlformats-officedocument.presentationml.notesSlide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notesSlides/notesSlide12.xml" ContentType="application/vnd.openxmlformats-officedocument.presentationml.notesSlide+xml"/>
  <Override PartName="/ppt/ink/ink1.xml" ContentType="application/inkml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notesSlides/notesSlide13.xml" ContentType="application/vnd.openxmlformats-officedocument.presentationml.notesSlide+xml"/>
  <Override PartName="/ppt/ink/ink2.xml" ContentType="application/inkml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notesSlides/notesSlide14.xml" ContentType="application/vnd.openxmlformats-officedocument.presentationml.notesSlide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notesSlides/notesSlide15.xml" ContentType="application/vnd.openxmlformats-officedocument.presentationml.notesSlide+xml"/>
  <Override PartName="/ppt/ink/ink3.xml" ContentType="application/inkml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notesSlides/notesSlide16.xml" ContentType="application/vnd.openxmlformats-officedocument.presentationml.notesSlide+xml"/>
  <Override PartName="/ppt/ink/ink4.xml" ContentType="application/inkml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notesSlides/notesSlide17.xml" ContentType="application/vnd.openxmlformats-officedocument.presentationml.notesSlide+xml"/>
  <Override PartName="/ppt/ink/ink5.xml" ContentType="application/inkml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notesSlides/notesSlide18.xml" ContentType="application/vnd.openxmlformats-officedocument.presentationml.notesSlide+xml"/>
  <Override PartName="/ppt/ink/ink6.xml" ContentType="application/inkml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notesSlides/notesSlide19.xml" ContentType="application/vnd.openxmlformats-officedocument.presentationml.notesSlide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notesSlides/notesSlide20.xml" ContentType="application/vnd.openxmlformats-officedocument.presentationml.notesSlide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notesSlides/notesSlide21.xml" ContentType="application/vnd.openxmlformats-officedocument.presentationml.notesSlide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notesSlides/notesSlide22.xml" ContentType="application/vnd.openxmlformats-officedocument.presentationml.notesSlide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notesSlides/notesSlide23.xml" ContentType="application/vnd.openxmlformats-officedocument.presentationml.notesSlide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notesSlides/notesSlide24.xml" ContentType="application/vnd.openxmlformats-officedocument.presentationml.notesSlide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notesSlides/notesSlide25.xml" ContentType="application/vnd.openxmlformats-officedocument.presentationml.notesSlide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notesSlides/notesSlide26.xml" ContentType="application/vnd.openxmlformats-officedocument.presentationml.notesSlide+xml"/>
  <Override PartName="/ppt/ink/ink7.xml" ContentType="application/inkml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notesSlides/notesSlide27.xml" ContentType="application/vnd.openxmlformats-officedocument.presentationml.notesSlide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0" r:id="rId2"/>
  </p:sldMasterIdLst>
  <p:notesMasterIdLst>
    <p:notesMasterId r:id="rId39"/>
  </p:notesMasterIdLst>
  <p:handoutMasterIdLst>
    <p:handoutMasterId r:id="rId40"/>
  </p:handoutMasterIdLst>
  <p:sldIdLst>
    <p:sldId id="303" r:id="rId3"/>
    <p:sldId id="304" r:id="rId4"/>
    <p:sldId id="305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258" r:id="rId17"/>
    <p:sldId id="259" r:id="rId18"/>
    <p:sldId id="260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306" r:id="rId28"/>
    <p:sldId id="270" r:id="rId29"/>
    <p:sldId id="271" r:id="rId30"/>
    <p:sldId id="307" r:id="rId31"/>
    <p:sldId id="308" r:id="rId32"/>
    <p:sldId id="309" r:id="rId33"/>
    <p:sldId id="310" r:id="rId34"/>
    <p:sldId id="272" r:id="rId35"/>
    <p:sldId id="273" r:id="rId36"/>
    <p:sldId id="274" r:id="rId37"/>
    <p:sldId id="311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8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-133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92176-C0D9-1D4A-B597-CBAE53F8160D}" type="datetimeFigureOut">
              <a:rPr lang="en-US" smtClean="0"/>
              <a:t>2/26/2015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CE6D4-0703-274E-8C5A-6CA84DD49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347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1-16T22:46:21.9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20487 11038 17 0,'-9'-7'8'0,"14"3"-12"16,-5 4 9-16,0 0-5 15,0 0 1-15,0 0 2 16,-5 0 1-16,1 0-5 15,0 0 1-15,-5 4 1 0,5 3 1 16,-5-3-1-16,5 4 1 16,0-1-1-16,-1 1 0 15,5-1 0-15,-4 1 1 16,4 0-1-16,0-5 1 16,0 5 0-16,0 0 0 0,4 3-1 15,5-3 0-15,4-1 0 16,-5 5 0-16,5-5 0 15,9 12 0-15,-1 0 1 16,1 8 0-16,3 3-1 16,5 1 1-16,0 7-1 15,0 8 1 1,0 7-1-16,0-7 1 16,0 3-2-16,-4 1 0 15,-5-1-2-15,-4-3 0 0,-4-8-6 16,-4-8 1-16,-5-3-2 15,-4-8 1-15</inkml:trace>
  <inkml:trace contextRef="#ctx0" brushRef="#br0" timeOffset="1767.9971">20350 11483 12 0,'4'0'6'0,"0"-3"-9"0,-4 3 8 0,0-4-4 16,0-8 1-16,-4 12 2 16,-4-3 0-16,-1-1-5 15,-8 0 1-15,8 0 2 16,1 8 1-16,-1 0-1 0,1-4 0 16,-1-4-1-16,1 8 1 15,-1 0 0-15,5-8 0 16,-5 0-1-16,5 0 0 0,4 0-1 31,0-3 1-31,8 3-2 16,5-4 1-16,13 1 0 15,8-5 0-15,13 1 0 16,5 0 0-16,3-5 0 16,18-7 1-16,4 4-1 15,0 0 1-15,9-3-2 0,-1-1 1 16,1 4 0-16,-13-4 0 15,-5 8-2-15,-3-1 0 16,-6 5-4-16,-11 3 0 16</inkml:trace>
  <inkml:trace contextRef="#ctx0" brushRef="#br0" timeOffset="3984.2312">20624 11982 7 0,'-4'-8'3'0,"8"8"-1"0,-4 0-2 16,0-7 0-16,0 7 1 16,0-8 2-16,-4 4 0 15,4 1-4-15,-5 3 1 0,1 0 1 16,0 3 1-16,-1 5 0 16,1 0 0-16,0-5-1 15,0 1 1-15,-1 4-1 16,1-4 1-16,0-1 0 15,-1 1 0-15,5 0-2 16,-4 0 1-16,4 0-1 16,-4-4 0-16,0 4 1 0,4-4 0 15,-5 3 0-15,5 1 0 16,0 0 0-16,0-4 1 0,0 8 0 16,0-5 0-16,-4 5-1 15,4-4 0-15,-4 0 0 31,0-1 0-31,-1 5 0 16,1 0 0-16,0-5 0 16,-5 1 1-16,5 0-1 15,-5 4 0-15,1 3 0 0,-5 0 0 16,0 5 0-16,0-1 0 16,-4 4 0-16,-4 0 0 15,-1 8 0-15,1-8 0 0,-1 4 0 16,1-1 0-16,-5 5-1 15,1 3 1-15,-1 1-1 16,0-1 1-16,1 5-1 16,-5 3 1-16,0 4-1 15,0-1 0-15,4 9 0 16,0-8 1-16,-4 3-1 0,5-3 0 16,-1 0 0-16,-4 4 0 15,0 0 0-15,0-5 1 31,-4 5-1-31,4-4 0 0,-4 0 0 16,-1 3 1-16,1 1 0 16,-4 0 1-16,3-1-2 15,1 1 1-15,4 4 0 16,-4-8 0-16,0-1-2 16,-1 5 1-16,1-4-4 15,8-8 1-15,1-3-7 0,8-1 0 16</inkml:trace>
  <inkml:trace contextRef="#ctx0" brushRef="#br0" timeOffset="4902.636">18894 13512 24 0,'-8'12'12'0,"8"-12"-14"0,0 0 14 16,4 3-10-16,-4 9 0 0,4-5 3 16,5 5 1-16,4 3-7 15,8 0 1-15,13 8 3 16,5 11 0-16,4 4-2 16,0 8 1-16,-1 4-4 31,-3 7 1-31,-5 0-2 15,-4-4 0-15,0 0-3 0,-9 1 0 16,-3-16-2-16,-1-12 0 16</inkml:trace>
  <inkml:trace contextRef="#ctx0" brushRef="#br0" timeOffset="5170.5266">19117 13661 21 0,'-26'3'10'0,"31"-3"-27"16,-5 0 18-16,0 4-1 16,0 0 1-16,-5 4 3 15,-3 3 1-15,-1 4-6 16,1 4 1-16,-1 4 1 15,0 0 1-15,1 4-1 16,4 3 1-16,-1 4-4 16,5-3 0-16,5-8-2 15,-1-1 1-15</inkml:trace>
  <inkml:trace contextRef="#ctx0" brushRef="#br0" timeOffset="5720.9602">18984 13870 28 0,'-4'4'14'0,"17"-12"-22"0,-5 8 30 15,5-4-21-15,4 1 1 16,0-1 4-16,5 0 1 16,4 0-8-16,4-4 1 15,0 5 2-15,-1-1 0 0,1 0-3 16,0 0 0-16,0-3-5 16,0 3 1-16,-4-4-5 15,0-3 0-15</inkml:trace>
  <inkml:trace contextRef="#ctx0" brushRef="#br0" timeOffset="6053.57">19143 13695 26 0,'-22'11'13'0,"-3"8"-17"0,16-11 22 0,0 3-17 16,-8 5 1-16,0 3-1 15,-4 7 1-15,-1 8-3 16,-3 5 0-16,-1 2-3 16,0 1 1-16,1 4-4 15,-1-8 0-15</inkml:trace>
  <inkml:trace contextRef="#ctx0" brushRef="#br0" timeOffset="7505.6481">18689 14243 41 0,'-30'15'20'0,"9"27"-31"16,16-34 41-16,-3 11-29 16,-1 11 0-16,-12 12 2 15,-5 4 1-15,-8 15-5 0,-9 11 1 16,0 15 1-16,-4 5 1 16,0 7-1-16,-4 4 0 15,4-1-3-15,-1 1 0 0,1-8-4 16,9-11 0-16,4-16-6 15,8-18 1-15</inkml:trace>
  <inkml:trace contextRef="#ctx0" brushRef="#br0" timeOffset="8085.4314">17319 15910 25 0,'-4'-19'12'0,"12"-15"-11"15,-3 26 16-15,-1-3-13 16,0-1 0-16,0-3 2 16,1 7 1-16,3 1-9 15,1-1 0-15,4 8 5 16,-1 4 1-16,6 4-4 31,-1 3 1-31,0 8-1 16,0 0 0-16,4 8-1 15,1 11 0-15,-1 0 0 16,-4 4 0-16,0 3 0 0,-4 1 1 16,0 4-1-16,-4-1 0 15,-1-11 0-15,-3-4 1 0,-5-3-1 16,-5-4 0-16,-3-5-1 16,-5-6 1-16,-4-5-1 15,-5-7 1-15,1-4-1 16,0-4 1-16,3 0 0 15,6-3 0-15,3-5 1 16,5 1 1-16,8-1 1 16,13 1 1-16,5 3-1 15,12-3 1-15,13 7-1 0,9 4 1 16,8 8-5-16,-4-1 1 16,-5 1-8-16,5 0 0 0</inkml:trace>
  <inkml:trace contextRef="#ctx0" brushRef="#br0" timeOffset="8521.5318">18950 14502 42 0,'-4'42'21'0,"12"-23"-31"0,9-12 36 0,5 5-26 15,-1 3 1-15,1 0 2 16,-1 8 0-16,9 7-3 16,4 12 1-1,13 53 1-15,-4-7 1 16,-4 3-2-16,-5-3 0 15,-4-1-4-15,-9-3 1 16,-4 0-10-16,1-8 0 0</inkml:trace>
  <inkml:trace contextRef="#ctx0" brushRef="#br0" timeOffset="9018.0566">19571 16131 44 0,'-26'65'22'0,"5"-1"-34"0,16-49 35 31,1 4-24-31,0 12 1 0,-5 7 1 0,1 4 0 31,-1 0-1-31,5 0 1 0,0 11-1 16,4-7 1-16,8 7 0 15,5 4 0-15,0 8-1 16,0-8 0-16,4 0-1 16,0 8 1-16,-4-8 0 15,0-8 1-15,-5-3 0 0,1-4 1 16,-5-8-1-16,-4-4 0 16,-4-3 0-16,-5-12 0 15,-8-7-2-15,-9-8 0 16,-8-4-3-16,-9-11 0 0,0-8-5 15,5-7 1-15,-5-12-3 16,0-15 0-16</inkml:trace>
  <inkml:trace contextRef="#ctx0" brushRef="#br0" timeOffset="9239.3085">19352 16173 44 0,'22'15'22'0,"55"-7"-32"0,-51-12 45 16,8 4-34-16,4-4 0 15,5 8-1-15,-4 0 1 16,-1-1-2-16,1 1 0 31,-1 4-4-31,-8-4 1 0,0-12-8 16,-4-11 1-16</inkml:trace>
  <inkml:trace contextRef="#ctx0" brushRef="#br0" timeOffset="9990.162">21257 11773 30 0,'-8'0'15'0,"12"11"-19"16,-4-7 21-16,0 0-14 31,0 0 0-31,4 3 3 0,-4 1 0 0,5 3-8 31,3 8 0-31,5 12 4 16,4-1 1-16,9 8-2 0,8 8 1 15,13 7-3-15,5 4 1 16,12 4-1-16,13 8 0 0,0-5 0 16,4 1 1-16,5 4-1 15,0-9 1-15,-9 1-1 16,4 0 1-16,-4-4-2 16,-13 0 1-16,-8-3-6 15,-9-5 0-15,-17 5-3 16,-17-5 1-16</inkml:trace>
  <inkml:trace contextRef="#ctx0" brushRef="#br0" timeOffset="10424.525">23210 12903 27 0,'8'31'13'0,"31"-1"-26"0,-35-26 25 16,0 7-8-16,-4 8 1 16,0 4 3-16,-4 8 1 15,0 3-12-15,-5 4 1 16,-4 4 5-16,5 0 1 31,-1 0-2-31,9 3 0 16,9-7-4-16,8 4 1 0,17-8-2 15,22 1 1-15,12-9-1 16,9-7 0-16,13-11-6 16,0 0 1-16,-4-8 0 15,-1-12 1-15</inkml:trace>
  <inkml:trace contextRef="#ctx0" brushRef="#br0" timeOffset="10707.0816">23394 13044 23 0,'-13'57'11'0,"47"65"-11"16,-17-73 23-16,9 35-16 16,8 26 0-16,0 35 2 15,1 23 0-15,-1 10-17 16,-4 13 1-16,-13-9 0 16,-17-10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1-16T22:47:55.8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17546 8789 9 0,'-26'-16'4'0,"9"32"-2"16,13-16 4-16,-5-4-6 15,-4 4 0-15,1-4 0 16,-6 0 0-16,6 0 0 15,-6 1 0-15,6-1 0 32,-1-4 1-32,0-7-1 15,0-4 0-15,0-4-1 0,0 0 1 16,1-7-1-16,-1-8 1 16,0 0-1-16,-4 0 1 0,4 0 1 15,-4 0 0-15,-5-4 1 16,-3 0 0-16,-1-4 0 15,-4-7 0-15,-8 7 0 16,-1-11 1-16,0-4-2 16,-3-4 0-16,-5 5 0 15,-1 2 0-15,-3 5-1 0,0 0 0 16,-5 7 0-16,-8 4 0 16,0 8 0-16,-13 4 1 15,0 11 0-15,-9 0 0 0,0 7-1 31,5 5 1-31,-9 3-1 16,-8 0 1-16,3 4-2 16,1 4 1-16,0 7-1 15,0 8 1-15,4 4-1 16,0 4 0-16,-4 7 0 16,0 4 1-16,4 8-1 0,-4 11 1 15,-5 4-1-15,9 7 1 16,-4 1-1-16,8 7 1 15,1-4 0-15,-1 16 0 0,5-1-1 16,0 8 1-16,-1 8-1 16,1-4 0-16,12 0 1 15,5 8 0-15,0 7 0 16,4-8 0-16,4 5 0 16,-4-1 1-16,5-3 0 15,8-1 0-15,4 1 0 0,4 3 0 16,-3-3-1-16,3 3 1 15,5 4 0-15,4 1 0 32,4 10 0-32,5 12 0 15,4-11 0-15,0 3 0 0,8 12-1 16,0-12 0-16,5 5 0 16,0-9 0-16,4 1 0 15,0-4 0-15,4-1 0 16,5-6 0-16,-5 10 0 15,5-11 1-15,3 1-1 0,5-5 1 16,1 4-1-16,3-11 1 16,5 4-1-16,4-5 1 15,4-3-1-15,-4-7 0 0,8-5 0 16,-3 8 0-16,-1-7 0 16,4-8 1-16,-3-4-2 31,-5 4 1-31,0-4 0 15,4 0 0-15,4 0 0 16,5-11 0-16,4 3-1 16,0-3 1-16,9-4 0 0,0 0 1 15,8-12-1-15,0 1 0 16,-4 3 0-16,-4 0 0 16,-1 1 0-16,5-5 1 0,0 1-1 15,0-1 1-15,0 1-1 16,0-5 1-16,0 5-1 15,4-4 0-15,-4 3 0 16,0-3 0-16,-9-1 0 16,1-3 0-16,-5 0 0 15,0 4 1-15,4-4-2 0,1 3 1 16,-1-3 0-16,0 0 0 16,5 4 0-16,0-1 0 15,-1-3 0-15,-3 0 0 16,-1 4 0-16,0-4 0 15,-3 0 0-15,-1-4 0 16,0 3 0 0,0-6 0-16,0-1 0 15,0 0 0-15,0 12 0 16,-4-4 0-16,4-4 0 16,-8-4 0-16,3 0 0 15,1-3 1-15,0-1-1 0,4 1 0 16,-4-5 0-16,-5 1 1 15,1-4-1-15,4-4 0 0,4-4 0 16,4-4 0-16,5-3 0 16,-1-8 0-16,5-4 0 15,5-3 0-15,-1-5 0 16,0 1 0-16,-4-4-1 16,0-1 1-16,0 1 0 31,4-8 0-31,5-7 0 0,-10-1 0 15,6-3 0-15,-1-4 0 16,-4 0 0-16,-4-15 1 16,-1-8-2-16,1 8 1 0,-1-8 0 15,5 0 0-15,9 4-1 16,-5-8 1-16,-4-4 0 16,-4 1 0-16,-5 3-1 15,-4 4 1-15,-8-7 0 16,-9-4 0-16,-5-1-1 15,-3-7 1-15,3-11-1 0,-3 0 1 16,-5-8-1-16,-8 0 0 16,-9 0 1-16,0-4 1 15,-9 0 0-15,0 4 0 0,-8 8 1 16,4-20 0-16,1 9 0 16,-1-9 1-16,0-7-2 31,-4-3 1-31,0-9-1 15,-5-3 1-15,-3 4-1 16,-1-5 1-16,-4-3-2 16,-4 12 1-16,-1 7 1 0,1-4 0 15,0 4-2-15,-5 8 1 16,1-1 0-16,-5 8 0 16,-13 1 0-16,5-1 0 15,4 0-1-15,4 8 1 0,0-15-1 16,5-1 0-16,-1 5 0 15,1 7 0-15,-1-4 0 16,1 4 0-16,3 8 0 16,1 3 0-16,4 4 0 15,0 8 0-15,0 4 0 0,-8 3 0 16,4 8 0-16,-1 0 0 16,-3 4-1-16,3 8 1 15,-3-4-1-15,4-1 0 16,4 5 0-16,4-1 0 15,0-3-1-15,5-4 0 16,4 8 1 0,4-1 0-16,4 1 0 15,1-5 0-15,4 5 1 16,-5-1 0-16,0 5 0 16,1 7 0-16,-1-4 0 0,-3-4 1 15,-1 0-1-15,-4 5 1 16,-1-9-1-16,1 1 1 15,4-5-2-15,-4 5 1 0,0-1 0 16,0-7 0-16,-4-4 0 16,4 12 0-16,-1-1 0 15,-3-3 0-15,8 4 0 16,0 3 1-16,0 8-1 16,1 0 0-16,-1 4 0 15,0-5 0-15,4 5-1 31,5 8 0-31,0-9-3 0,8 9 1 16,5-5-4-16,8-7 1 16,8 4-3-16,18-16 1 0</inkml:trace>
  <inkml:trace contextRef="#ctx0" brushRef="#br0" timeOffset="36659.1722">17850 4575 27 0,'-17'8'13'0,"4"-4"-13"16,9-8 14-16,-9 4-13 15,0 0 1-15,-4 0 3 16,-5 4 0-16,-3-1-6 16,-1 5 0-16,0 0 3 15,-4-8 1-15,-4 7-2 0,-4 1 1 16,-5 3-2-16,0 1 0 15,0 7-1-15,0 4 1 16,1 7 0-16,-6 1 0 0,-3-1-1 16,8-3 1-16,5-1 0 15,3 1 0-15,1 0-1 32,9 3 1-32,3-3-1 15,1 7 1-15,8-4-1 16,0 1 0-16,0-1 0 15,5 1 0-15,-1-1-1 0,5 1 1 16,4-5-1-16,4 1 0 16,0 3 1-16,5 1 0 15,4-1-1-15,0-3 0 0,-1-1 0 16,6-3 1-16,3 0 0 16,5-11 0-16,4-1-1 15,4-7 0-15,4-4-1 16,5-12 0-16,9 5-2 0,-14-1 1 15,18-11 0 1,-5 0 1-16,1 0 0 0,-5 0 1 16,0 4 2-16,-4-16 0 15,-9 9 1-15,-4 6 1 16,-5-3 1-16,-7-4 0 0,-10 8 0 16,-8 0 0-16,-4 7 0 15,-13-3 0-15,-5 7-1 31,-8 12 0-31,-4 3-1 16,-4 4 0-16,-5 12-1 16,-4 7 1-16,0 8-3 0,-9 19 0 15,0-8-4-15,-4 8 1 16</inkml:trace>
  <inkml:trace contextRef="#ctx0" brushRef="#br0" timeOffset="41833.1637">16604 5953 22 0,'-8'19'11'0,"-22"-4"-12"16,21-7 12-16,-4 0-11 15,-4 3 1-15,-13 8 1 16,-8 15 0-16,-1 1-2 15,-8-5 0-15,-4 8 0 32,-5 4 1-32,-4 4-1 15,0 7 1-15,-8 8-2 0,-5 7 0 16,-4 1 0-16,0-1 0 16,4 5 0-16,4-9 0 15,5 1-2-15,4-8 0 0,9-7-3 16,8-9 1-16</inkml:trace>
  <inkml:trace contextRef="#ctx0" brushRef="#br0" timeOffset="42283.4955">15590 6033 35 0,'-18'4'17'0,"23"41"-26"15,-1-37 35-15,-4 7-29 16,0 8 0-16,-4 0 0 16,-5 7 0-16,-4 5 4 15,0 3 1-15,-4 0-4 16,0 0 1-16,-4 8 0 16,-5 3 1-16,9-3 0 15,-4 3 0-15,3 1 0 0,1-1 0 16,4 1-1-16,5-1 1 31,8-3 0-31,17-1 0 16,17-6-1-16,22-9 1 15,21-7-1-15,17-12 0 0,22-7-6 16,16-15 1-16</inkml:trace>
  <inkml:trace contextRef="#ctx0" brushRef="#br0" timeOffset="46603.4255">15410 9797 13 0,'-17'8'6'0,"4"15"-1"0,8-27 7 16,1 8-12-16,0 7 1 0,-5-3 1 15,1 7 0-15,-1 4-2 16,1 0 0-16,3 0 1 15,-3 0 0-15,4-4 0 16,-1 1 0-16,5-1-1 16,0 0 1-16,0 0-1 15,5 4 0-15,3-7-1 0,1-1 1 16,4 1 0-16,4 7 1 31,4-4-1-31,5 0 0 16,4-4 0-16,4 12 1 0,0-7-1 15,5 3 1-15,8 0-1 16,0 0 1-16,0 0-1 16,0 0 0-16,0 7 0 15,0 5 1-15,5-1-1 16,-1-3 0-16,5 7 0 16,-5-3 1-16,0 3-1 15,-4 0 0-15,-4 0 0 0,0 1 0 16,-4-5-2-16,-9-7 1 15,0-8-5-15,-5-3 0 0</inkml:trace>
  <inkml:trace contextRef="#ctx0" brushRef="#br0" timeOffset="47217.7092">16262 10205 27 0,'-35'53'13'0,"1"-26"-16"0,30-20 22 15,-5 5-19-15,1 3 0 0,-1 0 1 16,1 4 0-16,-1 0-2 31,5 8 1-31,-1-8 0 16,1 0 1-16,4 4-2 15,0 3 1-15,4 5-1 16,5-1 1-16,4 4-1 16,0 1 1-16,4-1-1 0,0 8 1 15,4 3-1-15,5-3 1 16,0 0-1-16,-1-4 1 16,1 0-1-16,0-3 1 0,-5-5 0 15,-4 0 0-15,0-3 0 16,-4-4 1-16,0-4-1 15,-4 0 1-15,-9-4 0 16,-5-3 0-16,-3 3-1 16,-9-8 1-16,-5 1-1 15,-3-4 1-15,-5-4-1 0,-5-8 1 16,-7-7-1-16,-5-12 0 16,-5 1 0-16,1 3 0 31,-5-8-2-31,5-3 1 15,-1 8-6-15,5 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1-16T22:50:41.6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19053 8922 13 0,'-26'4'6'0,"5"-12"-3"0,16 8 7 15,-3 0-10-15,-1 0 0 16,1 0 1-16,-1 4 0 0,1-4-1 16,-1 0 1-16,5 0 0 15,-1 0 0-15,1 4 0 31,4-4 0-31,0 0 0 16,0 0 0-16,9 0-1 16,-1 0 1-16,5-4 0 15,0 0 0-15,8 0 0 16,-8 4 0-16,4-4-1 0,0 4 1 16,5-3 0-16,4-1 1 15,-1-4-1-15,1 4 0 16,0 4 0-16,-5 0 1 0,0 0-1 15,1 0 1-15,-1 4-1 16,1 0 1-16,-1 0-1 16,0 0 1-16,5-4-1 15,-4 0 0-15,3 0-1 16,5 0 1-16,0 0-1 16,0 0 0-16,0-8 0 0,0 8 0 31,4 0 0-31,1 0 0 15,-1-4 0-15,0 4 0 16,0 0 1-16,5-4 0 0,-5 4-1 16,0 0 1-16,-4 0 0 15,5 0 0-15,-1 0-1 16,4 4 1-16,1-4-1 16,-1 8 1-16,5-4-1 15,0-1 1-15,4-3-1 16,0 4 0-16,0 0 0 0,5 0 0 15,3 0 0-15,-8-4 0 16,-4 4 0-16,-4-1 0 16,-1 5 0-16,1-4 0 0,-1 3 0 15,5-3 1-15,0 0-1 16,0 0 0-16,0 0 0 16,-1-1 0-16,5 1 0 15,1 0 1-15,3-4-2 16,5 0 1-16,-5 0 0 15,-4-4 0-15,0 0 0 32,4-3 0-32,1 3 0 15,3 0 0-15,1 0 0 0,0-3 0 16,4 3 0-16,8-4 0 0,-4 8 0 16,-4-3 0-16,0-1-1 15,0-4 1-15,0-3 0 16,0 3 0-16,4 4 0 15,1-3 0-15,-1-5 0 16,4 1 0-16,-4 7 0 16,1-4 0-16,-10 1-1 0,-3-1 1 15,-5-3-1-15,-4-1 0 16,-5 5-5-16,-8-5 0 16,-4 5-3-16,-13-12 0 0</inkml:trace>
  <inkml:trace contextRef="#ctx0" brushRef="#br0" timeOffset="69935.0788">3736 3274 13 0,'0'-8'6'0,"8"-7"0"0,-8 15 6 31,0 0-11-31,0-8 1 16,5 0-1-16,-5-3 0 0,-5 3-2 15,1-7 1-15,4 11 1 16,-4 4 0-16,4 4 0 16,0 0 0-16,-9 4 0 15,5 7 0-15,4 4 0 16,0 15 1-16,-9 12-1 0,5 3 0 16,4 12 0-16,-13 4 0 15,9 11-1-15,-5 4 1 0,-8-8-1 16,0-7 0-16,0-8-2 15,8 4 1-15,1-19-6 16,4-8 0-16</inkml:trace>
  <inkml:trace contextRef="#ctx0" brushRef="#br0" timeOffset="70437.5595">4134 3372 23 0,'17'8'11'0,"13"-8"-14"0,-17-4 17 15,0 4-14-15,-5 0 0 16,5-7 1 0,0 3 0-16,13-4-1 15,-5 1 0-15,9 3 0 16,4-4 1-16,-4 1-1 16,4-1 1-16,1 0-1 15,-1-3 0-15,-8 3 0 16,8 5 0-16,-17 3 0 15,0 0 0-15,0 3 0 0,-4 1 0 16,-4 4 0-16,-5 11 1 16,-4-4-1-16,-4 8 1 15,4 3-1-15,-13 1 0 0,4 7 0 16,-8 8 1-16,-4 12-1 16,-5 10 1-16,-4 9-1 15,-9-1 1-15,1 0-1 16,-1 8 1-16,-3-8-3 15,-1 5 0-15,9-5-5 16,-5-4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1-16T22:53:11.2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13873 6547 11 0,'0'-4'5'0,"26"-26"-6"0,-22 26 5 16,4 0-8-16,1-7 0 16</inkml:trace>
  <inkml:trace contextRef="#ctx0" brushRef="#br0" timeOffset="847.8558">14288 6383 9 0,'34'-11'4'0,"26"3"-1"0,-47 4 8 0,4 1-9 16,5 3 0-16,-5 3 0 16,4 1 1-16,1 4-4 15,-1-1 0-15,0-3 2 16,5 0 0-16,4 0-1 16,4-4 1-16,5 0-1 15,4 0 0-15,-1 0 1 16,-3 0 1-16,0 0-1 15,3-4 1-15,-7 4 0 16,3 4 0 0,-4 0 0-16,-4-4 0 15,5 3-1-15,-5-3 0 16,-1 4 0-16,1-4 1 16,0 0 0-16,-4 8 0 0,4-8 0 15,-4 4 0-15,-1-4 0 16,5 0 0-16,0 3-1 15,0 1 1-15,0 0-2 16,-4 0 1-16,4 3-1 16,4-7 0-16,-4 0 0 15,0 0 1-15,4 0-1 0,5 0 0 16,-1-3-1-16,10-1 1 16,-1 0 0-16,-5 4 0 15,-3 0 0-15,4-4 0 0,0 0-1 16,4 4 1-16,0 0 0 15,0 0 0-15,9 0 0 16,-5 0 0-16,9 0 0 31,0 0 0-31,0 4-2 16,-9-4 1-16,0 0-1 16,-3 0 0-16,-1 0-1 15,0-4 0-15,0-3 0 0,8-8 0 16,-3-1 1-16,-1 1 0 15,5-4 1-15,-1 0 0 16,1 0 0-16,4 0 1 0,-4 4-1 16,-1 3 1-16,1 5-1 15,4-5 1-15,4 5 0 16,0 3 0-16,1-4 0 16,3 1 0-16,5-5 0 15,-5-7 1-15,1 8 0 16,-1-1 1-16,1 1-1 0,-1 0 0 15,-8 3 0-15,-4 4 1 16,-5 0-1 0,-4 1 0-16,0 3 0 15,1-4 0-15,-1-4 0 16,4 8 0-16,-4-4-2 16,0-3 0-16,-4-1-1 15,-4 4 0-15,-1 0-1 16,-8-3 1-16,0 3-6 15,-4 0 1-15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1-16T22:54:27.8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18441 4963 30 0,'0'0'15'0,"4"0"-15"0,-4 0 16 0,-4 0-17 16,-1 0 1-16,-8 0 1 15,1 4 1-15,-5 4-3 0,-1-1 0 16,-3 1 1-16,-5 0 0 16,-4-1-1-16,0 1 1 15,-4 0-1-15,-4-5 0 16,-5 1 1-16,0 0 1 16,4 0-1-16,-8 0 0 0,0-1 0 31,-4 1 0-31,-13 11-1 15,8-3 1-15,-8-1-1 16,-5 12 1-16,5-4-1 16,4 4 0-16,5 7 0 0,3 12 0 15,1 4 0-15,-1 15 1 16,-3 0-1-16,8 7 1 16,0 5-1-16,-1 14 0 0,6-3 0 15,3 3 0-15,5 1 0 16,4-1 1-16,4 1-1 15,5-8 0-15,4-4 0 16,8 0 1-16,5 0 0 31,0 4 0-31,8-7 0 16,0-5 1-16,5 1-1 0,-1-5 1 16,5 5 0-16,9-8 0 15,-1 0-1-15,5 0 1 16,8 3-1-16,4-3 1 0,1-4-1 15,-1-7 0-15,1-1 0 16,8 1 0-16,9 3 0 16,-1-7 0-16,1-5 0 15,0-6 0-15,4-1 0 16,4-7 0-16,0-5 0 16,0-2 0-16,-4-5 0 0,9-8 0 15,3-3 0-15,-3-8 0 16,-1 1-1-16,5-5 1 15,0-3 0-15,0-5 0 0,-5-7 0 16,-4 1 1-16,1-13-1 31,-1 5 0-31,-4-4 1 16,-5-4 0-16,-3-8 0 16,-5-4 0-16,-4-7 0 15,-5-7 0-15,-3-5 0 16,-6-3 0-16,-3-1-1 0,0 1 1 15,-5-8-1-15,-4-11 0 16,1 0 0-16,-1-1 1 16,-5 1-1-16,6-4 0 0,-6 3 0 15,1 5 0-15,0-1 1 16,-9 1 1-16,-8 7-1 16,0 7 1-16,-5 1 0 15,-8-8 0-15,-9 8 0 16,-3 3 0-16,-10 5-2 15,-8-1 1-15,-9 0-1 16,-8-3 0-16,-13 7 0 0,-4 0 0 31,-14 8-1-31,-20 3 0 16,-1 5-1-16,1 10 1 0,-5 9-9 16,13 18 1-16</inkml:trace>
  <inkml:trace contextRef="#ctx0" brushRef="#br0" timeOffset="25386.7964">1826 864 21 0,'-21'4'10'0,"4"0"-8"0,13-4 11 16,-1 7-12-16,-8-7 1 16,-8 4 1-16,8 4 0 0,-4-4-4 15,9 3 1-15,-14 5 2 16,9 3 1-16,0 0-1 15,1 8 1-15,-1 7-2 16,0 8 1-16,0 1-1 16,0 6 1-16,5 1-2 15,-1 3 1-15,5 1-2 0,-9-1 1 16,4-11-4-16,5 0 1 16,4-15-6-16,4-4 1 0</inkml:trace>
  <inkml:trace contextRef="#ctx0" brushRef="#br0" timeOffset="26037.2885">2755 442 8 0,'-30'-12'4'0,"-12"-3"4"0,29 7-4 16,4 5-2-16,-12 6 1 16,4 1 2-16,-18 8 1 0,1-1-7 15,4 12 0-15,-4 0 4 16,0 0 1-16,-5 7-1 16,-8 4 1-16,4 20-1 15,0-13 0-15,1 13 0 31,3 7 0-31,1 0-1 16,12 7 1-16,-4 8-1 16,13-7 0-16,-9-5-2 0,9 5 1 15,4-4-1-15,0-1 0 16,9 1-1-16,-9-12 1 16,5-3-3-16,-1-12 0 0,5-8-3 15,4-7 0-15,-9-8-3 16,9-7 0-16</inkml:trace>
  <inkml:trace contextRef="#ctx0" brushRef="#br0" timeOffset="26370.8713">1886 1161 25 0,'0'-8'12'0,"13"16"-13"0,-13-8 22 0,13-8-19 16,-4 1 1-16,8-1 1 15,8 1 1-15,5-12-7 16,9 15 1-16,-1-4 3 16,1 8 0-16,-9 8-5 15,-4-8 0-15,4 0-6 16,4 7 0-16</inkml:trace>
  <inkml:trace contextRef="#ctx0" brushRef="#br0" timeOffset="27119.3969">4095 674 20 0,'-21'4'10'0,"12"38"-9"0,9-23 11 0,-4 3-12 16,-5 1 1-16,-3 12 0 16,-1-1 1-16,0 4-2 15,0 8 0-15,0 7 1 16,0-8 1-16,1-3-1 15,-1-7 0-15,4-5 0 16,-4 0 0-16,5-7 0 16,4-11 0-16,4-8 0 15,0-4 0-15,0-8 0 0,0-11 1 16,0-4-1-16,4-7 0 16,4-5-1-16,5-3 0 15,-4-7-1-15,8-1 1 16,9 0-1-16,4-3 0 0,-1 3 0 15,6-3 0-15,-1 11 0 32,-4 0 1-32,4 11-1 15,9 0 1-15,-4 12 0 16,-1 4 1-16,-4-1 0 16,1 24 1-16,-5-9-1 0,4 13 1 15,-9 18 0-15,-3-4 1 16,-9 20 0-16,-5 11 0 15,-8 7-2-15,-8 8 1 0,-1 8-2 16,5-12 1-16,-9 1-4 16,0-12 1-16,9-12-7 15,0-18 1-15,16-12-2 16,10-19 0-16</inkml:trace>
  <inkml:trace contextRef="#ctx0" brushRef="#br0" timeOffset="28154.5636">4061 891 19 0,'0'0'9'0,"-13"11"-10"0,9-11 15 16,0 0-13-16,-5 4 0 15,1 0 0-15,-1 3 1 16,-4 1-2-16,0 0 0 16,5 3 1-16,-1 1 1 0,1-9-1 15,-1 9 1-15,0 3 0 16,-3 0 0-16,-1 4 0 16,0-7 1-16,-4 7-1 15,4 4 1-15,4 11-1 16,-3-8 0-16,-6 5-1 15,10-1 1-15,-1 5-1 0,5 6 0 16,-5 5 0-16,9 0 0 16,-8-4-1-16,4 0 1 15,-5-1-1-15,5 1 0 0,-9-7-1 16,4-5 1-16,1-3-4 16,-1-5 1-16,5-10-7 15,21-16 1-15</inkml:trace>
  <inkml:trace contextRef="#ctx0" brushRef="#br0" timeOffset="28672.6087">5063 815 24 0,'-26'-8'12'0,"18"-11"-13"16,-5 15 14-16,0 0-12 16,-4 8 1-16,-5 4 1 15,1-1 1-15,0 9-5 16,-1 7 1-16,5 7 2 16,4 8 0-16,5 12-1 15,3-1 0-15,5 0-1 16,9-3 0-16,-1-4-1 0,10-8 1 15,12-11 0-15,4-4 0 16,0-7 0-16,5-12 0 0,-1-16 0 16,1-6 0-16,3-9 0 15,-24-3 1-15,-1-4-2 16,-9-8 1-16,-12 4-1 16,-9 0 0-16,-13 8-1 31,-8 11 0-31,-4-7-3 0,3 22 0 15,10 1-3-15,-1 7 1 16</inkml:trace>
  <inkml:trace contextRef="#ctx0" brushRef="#br0" timeOffset="29054.2449">5893 697 29 0,'-25'4'14'0,"-22"34"-20"16,29-27 28-16,-12 4-21 15,-4 4 1-15,-9 12 0 0,5-1 0 16,4 8-3-16,-1 12 1 15,10 7 0-15,8 0 0 16,8-8-1-16,9-7 0 16,9-8-1-16,8-7 0 15,13-12-1-15,8-7 1 16,14-16 1-16,3-14 0 16,-3-9 0-16,-5-7 0 0,-5-4 1 15,-3-7 0-15,-9-8-3 16,-9-1 0-16,-12-10-3 15,-5 3 0-15</inkml:trace>
  <inkml:trace contextRef="#ctx0" brushRef="#br0" timeOffset="29555.446">6814 282 31 0,'4'4'15'0,"22"38"-22"16,-26-39 30-16,-5 13-23 15,-3 6 0-15,-5 13 1 16,-8-1 0-16,-1 8-1 31,-8 3 0-31,-4 5 0 0,4 7 1 16,-4 0 0-16,4 4 0 15,4-12-1-15,5 12 1 16,4 0 0-16,4 0 1 16,4-8 0-16,13-3 0 0,9-4 0 15,9-1 0-15,8-7-1 16,4-3 1-16,13-20-3 16,4 0 0-16,5-7-2 15,0-12 0-15,-1-8-3 16,5-3 0-16,-4-11-4 0,0-9 0 15</inkml:trace>
  <inkml:trace contextRef="#ctx0" brushRef="#br0" timeOffset="30005.1187">6287 522 28 0,'13'0'14'0,"55"0"-15"16,-50 0 23-16,7 0-21 16,14 3 0-16,4 5 0 15,8-8 0-15,5 4-6 16,-1 3 1-16,9-7-4 16,-4 0 0-16</inkml:trace>
  <inkml:trace contextRef="#ctx0" brushRef="#br0" timeOffset="30355.1547">7447 937 35 0,'-13'0'17'0,"22"30"-23"0,-9-30 31 16,-4 8-25-16,-1 3 1 15,-3 0-1-15,-1 5 0 16,-4 3-2-16,1-4 0 16,-1 0-7-16,4 0 0 0</inkml:trace>
  <inkml:trace contextRef="#ctx0" brushRef="#br0" timeOffset="35928.0801">7353 491 16 0,'-4'8'8'0,"8"-20"-4"0,-4 12 8 16,0 0-12-16,0-3 0 0,0 3 1 15,0-4 1-15,0 4-2 16,0 0 1-16,-4 0 1 31,4 0 0-31,0 0 0 16,8-12 0-16,5 12-1 15,9-7 1-15,8 7-1 16,4-4 0-16,13 4 0 16,0 0 0-16,9 0-1 15,4-11 1-15,-5 3-2 0,-8 4 1 16,-4 0-5-16,-4-3 1 0,-5 3-4 15,-8 4 1-15</inkml:trace>
  <inkml:trace contextRef="#ctx0" brushRef="#br0" timeOffset="36394.1016">7379 819 17 0,'4'7'8'0,"13"-7"-5"16,-13-11 11-16,5 11-13 15,-5-8 0-15,5 4 1 31,-1 8 1-31,1-8-3 16,0 4 0-16,3 0 3 0,1 0 0 16,4-4-1-16,0 4 1 15,1 0-1-15,-1 0 0 16,8 4-2-16,-3 0 1 0,-1 4-4 16,5-8 0-16,0 4-6 15,4 3 1-15</inkml:trace>
  <inkml:trace contextRef="#ctx0" brushRef="#br0" timeOffset="38242.3347">8761 552 11 0,'-8'-8'5'0,"-1"1"-1"16,9 7 1-16,0-4-3 15,-4-4 0-15,4 5 0 16,-4-5 0-16,0 4-3 16,-1 0 1-16,5-3 2 0,-4 7 0 15,4 0 0-15,-4-4 0 31,4 0 0-31,-5 4 0 16,1 0 0-16,0 0 1 0,4-4-2 16,-4 4 1-16,-1 4-1 15,1 0 1-15,4 7-1 16,-4 5 1-16,-1 6-1 16,1 5 1-16,-4 11 0 15,-1 15 0-15,-4 1-1 16,0 7 1-16,0 7-1 15,1-7 1-15,-1 0-2 0,0-15 1 16,0-5 0-16,5-6 0 16,-1-9-1-16,-4-7 1 0,5-3 0 15,-1-9 0-15,0-3-1 16,1-8 0-16,4-7 0 16,-1-1 0-16,1-10-1 31,4-5 0-31,0-4-1 15,9-3 0-15,3-11-1 16,1-1 1-16,4-4 0 0,1-3 0 16,-1-4-1-16,0 8 1 15,4 3 1-15,1 0 0 16,-1 4 0-16,0 4 1 16,1 12-1-16,-1 7 1 0,-4 3 0 15,0 9 1-15,5-5-1 16,-5 16 0-16,0 4 0 15,-4 3 1-15,0 4 0 16,0 12 0-16,-5-12-1 16,1 8 1-16,-1 8 0 0,1 3 1 15,-5 4-1-15,5-11 1 16,-5 11-1-16,-4 0 0 16,4 4-1-16,-4-4 1 15,0 7-2-15,5-7 0 0,-1 4 0 31,0-11 1-31,5-1-1 16,-1-3 0-16,5-8 0 16,4 0 1-16,0-8 0 15,0-3 0-15,1-4 0 16,3-8 0-16,5-8 0 0,-1 5 0 16,1-12 1-16,-5-4 0 15,1 0 0-15,-5-15 0 16,0 0 1-16,-4-8 0 15,0-11-1-15,-5-4 0 0,-3-11-3 16,-1-4 1-16,0 4-2 16,-4 14 1-16,-4 13-3 15,4 7 0-15,0 7-4 16,4 12 0-16</inkml:trace>
  <inkml:trace contextRef="#ctx0" brushRef="#br0" timeOffset="39047.096">9622 354 25 0,'-13'8'12'0,"17"-12"-16"0,-4 4 21 16,-4 8-15-16,0 7 0 16,-5 8 0-16,1 7 0 15,-1 4-3-15,1 8 0 16,3 11 2-16,1-7 1 0,4 7-2 15,0-18 0-15,4-1 0 16,5-4 0-16,4-7 0 16,0-8 0-16,8-7 0 15,9 0 0-15,0-24 0 16,4 1 0-16,5-8 0 16,3-11 1-16,-7 0-3 15,-5-8 1-15,-5-11-4 16,-3-8 0-1,-5 4-3-15,0 7 1 16</inkml:trace>
  <inkml:trace contextRef="#ctx0" brushRef="#br0" timeOffset="39479.7449">10324 316 28 0,'4'0'14'0,"26"12"-19"16,-25-12 27-16,-1 3-20 15,-8 9 1-15,-1 3-1 16,-3 8 0-16,-5 3-3 0,-4 5 0 16,-5 3 2-16,-3 4 0 15,-1 8-1-15,-4 7 1 16,4-7 0-16,1-8 0 16,3 8 0-16,5-8 0 0,9 4 0 15,3-8 1-15,14-4-1 16,8-3 0-16,9-8-1 15,8 0 0-15,13-8-1 16,4-3 0-16,9-4-4 16,-4 0 1-16,0-8-6 15,12-8 0-15</inkml:trace>
  <inkml:trace contextRef="#ctx0" brushRef="#br0" timeOffset="39930.05">11039 362 26 0,'-4'4'13'0,"29"37"-15"0,-20-29 19 16,-5 3-17-16,4 0 1 0,0 8 0 15,0 0 0-15,-4 4-2 16,0-5 1-16,0 5 0 31,-4 11 1-31,0-11-1 0,0 11 1 16,-1-8-1-16,-3 5 1 15,-1-9 0-15,1 5 0 16,3-1 0-16,1-3 1 0,0-1-1 16,8-3 1-16,5-8 0 15,8 1 1-15,4 7-1 16,13-4 0-16,5 3 0 16,17-6 0-16,16 3-2 15,1 0 1-15,0-4-5 16,-5-4 0-16,-3-11-6 0,3-3 0 15</inkml:trace>
  <inkml:trace contextRef="#ctx0" brushRef="#br0" timeOffset="40815.0976">13064 563 22 0,'-13'-7'11'0,"17"26"-12"0,-4-15 13 16,0-4-11-16,0 0 0 15,-4 4-1-15,0-4 1 16,-1 3-2-16,-3-3 1 15,-1 4 0-15,1-4 1 0,-1 8-2 16,5-8 1-16,0 4 0 16,-1 3 1-16,10-7-1 15,-5 0 0-15,0 0 0 16,0 0 1-16,-5 0 0 31,1 0 0-31,4 0-1 16,0 0 1-16,0 0 0 0,4 0 0 15,1 12-1-15,-5-5 1 16,4 27-1 0,-4-3 1-16,-4 3-1 15,-1 8 1-15,1 4-1 16,0-8 1-16,-1 4-1 16,1-4 0-16,0-4 0 15,0-4 1-15,-1-7-1 16,5-11 1-16,0-9-1 15,0-6 1-15,0-16-1 0,0-4 1 16,0-11-2-16,5-5 0 16,7-14-1-16,6-8 1 0,3 0-1 15,9-7 0-15,4 3 1 16,5 8 0-16,4 11 0 16,4 12 1-16,0 11 0 31,-4 4 1-31,-5 8-4 15,1 3 1-15,8 8-5 16,-9-7 1-16</inkml:trace>
  <inkml:trace contextRef="#ctx0" brushRef="#br0" timeOffset="41278.924">13599 537 29 0,'4'15'14'0,"26"31"-18"15,-13-42 27-15,0-4-21 16,1 19 1-16,-1-12 0 16,4-3 0-16,5-4-5 15,4 0 0-15,4-8 1 0,4 5 1 16,1-16-3-1,0 3 1-15,-1-3 0 16,1-4 0-16,-5 1 0 16,-4-9 0-16,-5 1 1 15,-7 3 0-15,-10 0 0 16,-12 1 0-16,-13-1 0 0,-13 4 1 16,-4 8-1-16,-9 7 1 15,-13 8 0-15,-4 8 1 16,0 4 0-16,0 7 1 15,0 15 0-15,5 0 1 0,-1 8-1 16,13 7 1-16,9 5 0 16,13 7 1-16,12-8-2 15,13-4 0-15,18 5-2 32,8-5 0-32,12-7-4 15,23-8 0-15,-1-15-6 0,9-7 1 16</inkml:trace>
  <inkml:trace contextRef="#ctx0" brushRef="#br0" timeOffset="41631.3843">14866 156 26 0,'-17'-4'13'0,"-4"4"-14"16,16 4 20-16,1 4-16 16,-5 3 1-16,1 12 0 15,-5 4 1 1,-4 56-6-1,0 1 1-15,4-4 3 16,-4-8 0-16,4 5-2 0,0-9 1 16,0-7-2-16,0-12 0 15,1-7-5-15,-1-11 1 16,-4-12-6-16,-5-8 0 0,-3-11 0 16,3-7 0-16</inkml:trace>
  <inkml:trace contextRef="#ctx0" brushRef="#br0" timeOffset="41865.8932">13976 350 33 0,'25'12'16'0,"44"11"-18"0,-44-16 35 15,14-3-32-15,12 7 0 16,14 5-1-16,-1 3 1 15,0-4-2-15,0-11 1 16,5 7-3-16,-1-3 1 0,1-1-3 31,-5-7 0-31,-4-7-5 16,-4 7 0-16</inkml:trace>
  <inkml:trace contextRef="#ctx0" brushRef="#br0" timeOffset="42147.3955">15230 434 19 0,'-9'23'9'0,"-21"-12"-2"16,22-11 11-16,-5 16-16 15,-4 3 0-15,-5 3 2 16,1 16 0-16,-5 20-5 31,5-17 0-31,4 1 3 16,4 4 1-16,0-4-1 15,9 0 0-15,8-8-1 0,5-7 1 16,8-8-1-16,13-8 1 16,4-7-1-16,5-12 0 0,-5-7-1 15,0 0 0-15,0-23-3 16,1 0 0-16,-5-16-4 16,-5-3 1-16,1 4-4 15,4-12 0-15</inkml:trace>
  <inkml:trace contextRef="#ctx0" brushRef="#br0" timeOffset="42511.7709">15688 533 34 0,'9'76'17'0,"-9"-19"-24"15,-5-38 32-15,5-3-25 16,-4 10 0-16,0-3 1 16,-1-8 0-16,1-3-1 31,0-1 0-31,0-3 0 16,-1-12 0-16,5-8 0 15,5-3 0-15,3-8 0 0,1-7 0 16,8-4-1-16,0-1 1 0,4-10 0 15,5-5 0-15,0 8 0 16,-1 8 1-16,1 11-1 16,0 4 1-16,-5 4-1 15,1 7 0 1,-1 12-3-16,0 8 1 16,-3-5-7-16,3 5 0 15</inkml:trace>
  <inkml:trace contextRef="#ctx0" brushRef="#br0" timeOffset="43082.9533">16446 426 37 0,'8'35'18'16,"5"48"-23"-16,-13-71 31 0,-4 11-26 15,-5 19 0-15,5-1 0 16,-5-6 0-16,-8 7 0 16,4-12 0-16,1 4-1 15,-1-3 1-15,4-5 0 32,5-3 0-32,0-4-1 15,4-11 0-15,4-4-1 16,-4-4 1-16,8-8-3 0,1-7 1 15,4-4-1-15,0-12 1 16,4-11-1-16,0 4 0 0,4-11-1 16,9 3 0-16,-4 1 1 15,4-20 0-15,4 19 0 16,0 4 1-16,1 8 2 16,8 7 1-16,-5 5 2 15,-4 6 1-15,1 5 1 16,-5 3 0-16,-5 5 0 15,1 6 1-15,-9 9-3 0,0 7 1 16,0 4-1-16,-4-1 1 16,-4 13-1-16,-5-1 0 0,-4 4 0 31,0 4 0-31,0 4 0 16,0-5 1-16,-4 5-1 15,-1 7 0-15,1-7 0 16,-4-4 1-16,-5 4-2 15,0-1 0-15,-4 1-4 16,0-12 1-16,0-11-8 16,-5-4 0-16</inkml:trace>
  <inkml:trace contextRef="#ctx0" brushRef="#br0" timeOffset="43917.4367">17965 621 35 0,'9'3'17'0,"25"-6"-20"15,-21 3 27-15,8 0-22 16,5-12 0-16,4 12 0 16,9-11 1-16,-1 11-4 15,9 0 0-15,-4-12 2 0,0 12 1 16,-5-3-3-16,1-1 0 16,-5 0-3-16,0 0 1 0,-4 0-3 15,0-3 0-15,-4-1-4 16,-5 4 0-16</inkml:trace>
  <inkml:trace contextRef="#ctx0" brushRef="#br0" timeOffset="44217.6632">19156 198 30 0,'12'0'15'0,"23"23"-15"15,-27-12 27-15,-4 12-24 16,-4 0 0-16,0 15 1 0,-4 8 1 16,-4 3-6-16,-1 20 1 15,-4 7 3-15,0 4 1 16,-4-4-3-16,0 0 1 15,4 0-4-15,-4-7 0 16,4-8-7-16,5-12 0 0,3-11-3 31,5-23 0-31</inkml:trace>
  <inkml:trace contextRef="#ctx0" brushRef="#br0" timeOffset="51055.4655">7987 366 21 0,'0'3'10'0,"8"-3"-5"0,-4-7 10 31,1 3-15-31,3 0 1 15,1 0 0-15,-1 1 1 16,1-1-3-16,4 4 1 0,0-4 0 16,8 4 1-16,1 0 0 15,3 0 0-15,1 0-1 16,4 0 1-16,0 0-1 16,0-8 1-16,-5 8-1 15,1 0 0-15,0 0-3 16,-5 0 1-16,-4 8-5 15,5-8 0-15</inkml:trace>
  <inkml:trace contextRef="#ctx0" brushRef="#br0" timeOffset="51523.1616">8102 739 12 0,'-17'0'6'0,"21"22"-7"0,-4-22 3 0,-4 4-1 31,0-4 1-31,0 8 3 15,4-4 0-15,0-1-5 16,0 1 0-16,0-4 4 16,8 4 1-16,1 4-2 15,4-5 1-15,4 1-2 16,4 0 1-16,5 4-2 16,-1-8 1-16,10 4-4 15,-1 3 1-15,4-7-6 0,5-7 1 16</inkml:trace>
  <inkml:trace contextRef="#ctx0" brushRef="#br0" timeOffset="54990.954">1283 533 11 0,'0'11'5'0,"-9"-22"2"0,9 11 6 16,0 0-13-16,0 0 0 15,0 0 1-15,-4 0 0 16,4 0-1-16,0 0 1 0,0 0 0 15,0 0 1-15,0 0 0 16,-9 0 0-16,5 4 0 31,4 3 0-31,0 1-1 16,-8-4 1-16,3 7-1 16,5-3 1-16,0-4-2 15,0 7 1-15,-8 8-1 16,8-4 1-16,8-3 0 15,-8 3 1-15,0-4-1 0,13 1 1 16,-9-1 0-16,5-3 0 16,4-4 0-16,0 3 0 0,-1 1-1 15,10 0 0-15,-9-5 0 16,12 5 0-16,-3 0-1 16,3-5 1-16,1 5-1 15,0-8 1-15,8-8-1 16,-13 5 1-16,5-9-1 0,-9 1 1 15,0 7 0-15,-4-4 0 16,-8-3 0-16,-5 3 0 16,-5-3-1-16,-3-1 1 15,-5-3 0-15,-9 8 0 16,-8 3-2-16,-4 4 1 16,-13 7 0-1,9 1 1-15,3 3-1 16,-3 5 1-16,8-1-1 15,13 8 0-15,-9 0 0 16,13-8 1-16,5 0-1 0,8-4 0 16,-9-3-2-16,9 3 1 15,-4 5-4-15,4-5 1 16,-13 1-7-16,0 7 1 0</inkml:trace>
  <inkml:trace contextRef="#ctx0" brushRef="#br0" timeOffset="87264.7236">16668 6467 24 0,'-13'19'12'0,"5"-4"-12"0,4-11 12 16,-5 0-12-16,0 7 1 16,-8 8 0-16,-8 4 0 15,-1 0-1-15,-8 4 0 16,-5 7 0-16,-12 11 1 15,-5 1-1-15,-4 15 0 16,-8 4-1-16,-5 18 1 0,0 1 0 16,-8 8 0-16,-5-1-1 15,5-11 1-15,4 0-2 32,4-8 0-32,5-7-4 15,12-16 0-15</inkml:trace>
  <inkml:trace contextRef="#ctx0" brushRef="#br0" timeOffset="87617.0545">15560 7293 17 0,'-18'26'8'0,"18"-6"-13"0,0-13 10 0,0 1-5 15,-4 7 1-15,-4 0 3 32,-1 0 1-32,0 1-5 0,1 3 0 0,4 4 2 15,-1-1 0-15,1 5 0 31,4 0 1-31,4-1-2 16,9 1 0-16,9-8 1 0,20-11 0 16,23-16 0-16,12-11 0 15,21-23-7-15,13-19 0 16,9-7-2-16,-13-8 1 16</inkml:trace>
  <inkml:trace contextRef="#ctx0" brushRef="#br0" timeOffset="88199.7814">14875 8861 24 0,'-9'19'12'0,"13"-42"-17"16,-4 23 23-16,0 0-16 15,0 0 1-15,0 0 2 0,0 8 1 16,0-1-7-16,-8 1 0 15,-5 7 4-15,0 12 1 16,-8 15-2-16,-1 3 0 0,-8 13-1 16,0 6 0-16,0 16-1 15,-4 4 1-15,0 3-1 16,-5-3 0-16,5-4 0 16,0 4 1-16,4-8-3 15,4-8 0-15,5-7-2 16,-1-15 0-16,5-4-5 15,0-12 1-15,4-7-2 0,9-11 1 16</inkml:trace>
  <inkml:trace contextRef="#ctx0" brushRef="#br0" timeOffset="88514.2056">14613 9375 22 0,'-17'34'11'0,"0"19"-16"16,13-37 21-16,-5 14-15 15,-8 8 0-15,-4 8 1 16,4 7 0-16,0 8-2 0,-1 0 0 15,1-4 1-15,0 0 0 16,4 0 0-16,5 4 1 16,4 0 0-16,12-12 0 15,9-3 0-15,13-4 0 16,13-15-3-16,21-12 1 16,22-19-7-16,21-34 0 15</inkml:trace>
  <inkml:trace contextRef="#ctx0" brushRef="#br0" timeOffset="95320.8">1296 3574 9 0,'-22'4'4'0,"9"4"1"0,13-5 4 0,-4 1-6 16,-4 4 1-16,3-1 1 31,-12 5 0-31,4 3-7 16,0 0 1-16,-4 4 4 15,4 4 0-15,5 4-2 0,-5-1 1 16,0 13-1-16,0 2 0 16,5 1-1-16,4 12 1 15,4-1-1-15,0-4 0 16,-9 1 0-16,0-5 0 0,5 1-2 15,-9-4 0-15,5-4-5 16,3-11 1-16</inkml:trace>
  <inkml:trace contextRef="#ctx0" brushRef="#br0" timeOffset="95823.2413">2276 3076 21 0,'-34'-23'10'0,"17"19"-12"0,4 0 15 0,0 0-14 31,-4 4 1-31,0-3 1 15,-9 3 0-15,5 3-1 0,-5 5 1 16,0 3 0-16,5 5 0 16,-5 22-1-16,13 7 1 15,-4 1-1-15,4 3 0 16,0 9 0-16,9 2 0 0,-9 5-1 16,5-15 1-16,3 30 0 15,-7 0 1-15,3-1-1 16,0-14 0-16,5 0-2 15,-9 7 1-15,1-15-5 16,-1-7 0-16</inkml:trace>
  <inkml:trace contextRef="#ctx0" brushRef="#br0" timeOffset="96106.7015">1608 3867 23 0,'17'8'11'0,"39"15"-14"16,-39-23 18-16,0-4-15 15,9 4 0-15,4-8 1 16,0 1 0-16,8-5-3 16,9-7 0-16,0-4-3 15,5-3 0-15</inkml:trace>
  <inkml:trace contextRef="#ctx0" brushRef="#br0" timeOffset="96452.0917">1236 2920 42 0,'-39'0'21'0,"39"11"-34"15,13-3 42-15,-13 11-38 16,13 7 1-16,-13 5-11 16,4 11 0-16</inkml:trace>
  <inkml:trace contextRef="#ctx0" brushRef="#br0" timeOffset="97740.4188">3787 3517 21 0,'-4'0'10'0,"4"4"-9"16,0-4 11-16,0 0-11 15,-9 0 1-15,5 0 0 16,-5 0 1-16,1 0-4 16,-1 0 1-16,1 0 2 0,-5 0 0 31,0 4-1-31,-4 0 0 16,0 3 0-16,4 1 0 15,-8 3-1-15,3 1 1 0,1-1-1 16,0 0 1-16,4 1-1 15,0 3 0-15,1 0-1 16,3 1 1-16,1 6 0 16,3 5 0-16,-3 3-1 15,3 5 1-15,5 7 0 16,-8-4 0-16,4 3 0 16,4-2 0-16,-9-1 0 0,5-4 0 15,-1 0 0-15,1-3 1 16,0-9 0-16,0-6 0 0,-1-9 0 15,5 1 0-15,0-8-2 16,0-8 1-16,0-11 0 16,5-4 0-16,3-11-2 31,1-15 1-31,4-8-1 16,4-8 1-16,0 0 1 15,4 8 0-15,9-4-1 0,0 0 1 16,4 4 0-16,1 0 1 15,3 8-1-15,1 3 0 16,-5 12 0-16,-4 7 0 0,0 12-1 16,-4 11 1-16,4 12-3 15,-5 7 1-15,-12 0-5 16,13 4 0-16</inkml:trace>
  <inkml:trace contextRef="#ctx0" brushRef="#br0" timeOffset="98152.662">4588 3300 21 0,'-9'-4'10'0,"-21"16"-11"0,26-8 16 16,-18 3-14-16,1 5 1 15,4 3 0-15,-13 11 0 0,8 5-3 32,1-1 1-32,0 8 0 15,4 12 1-15,8-4-1 0,5-1 0 16,8 1-1-16,5-4 0 0,8-12-1 16,4-7 0-16,9-11 1 15,0-9 0-15,4-14-1 16,5-1 1-16,-5-7 0 15,-4-7 0-15,-9-8 1 16,-8 3 0-16,-4-7 0 16,-9-8 1-16,-4-7-1 0,-5 11 0 15,-8 0 0-15,0 4 0 16,-13 12-3-16,4-1 1 16,0 4-4-16,9 4 1 31</inkml:trace>
  <inkml:trace contextRef="#ctx0" brushRef="#br0" timeOffset="98591.0404">5307 3220 19 0,'-22'8'9'0,"-16"3"-12"0,25-7 17 16,-8 4-11-16,-5 7 0 15,0 8 0-15,-8 0 1 16,0 15-6-16,4-4 1 15,4 8 2-15,9 0 0 0,4 3-2 16,0-3 1-16,5-4-1 16,8 0 1-16,8-7-2 15,14-12 0-15,-5-8 0 16,17-7 0-16,5-8 0 16,3-7 1-16,-12-12 0 15,0-8 0-15,-4 5 2 16,-5 7 0-16,-8-23 0 0,-8-8 0 15,-14 9-1-15,-12 3 1 16,-1 7-3-16,-8 4 0 16,5 1-4-1,7 11 1-15</inkml:trace>
  <inkml:trace contextRef="#ctx0" brushRef="#br0" timeOffset="99091.3811">6035 2859 29 0,'-5'3'14'0,"40"20"-19"0,-31-8 28 16,-4 12-24-16,0 7 1 15,-4 12 0-15,-5 4 0 16,-4 3 0-16,-4 8 1 0,0 3-1 16,0 1 1-16,-5 0 0 15,-3 3 0-15,-1 12 0 16,-4-4 1-16,0 1-1 15,0-9 0-15,0-11 0 16,0 4 0-16,4 0-1 16,1-8 1-16,8-7-1 15,8-12 1-15,9-3-1 16,13-5 0-16,4-3-1 0,13-8 1 16,4-7-2-16,5 0 1 15,8-20-1-15,4 1 1 16,5-12-2-16,0-4 0 0,-1-7-1 15,-3-4 1-15,-1-4-2 16,-8-4 0-16,-9-3-2 31,-8 3 0-31</inkml:trace>
  <inkml:trace contextRef="#ctx0" brushRef="#br0" timeOffset="99322.7792">5576 3430 24 0,'-12'19'12'0,"16"-8"-16"0,0-3 23 16,0-1-16-16,5 1 1 15,8-1 2-15,13 1 0 0,-4 0-8 16,12 7 0-16,5-4 2 0,-4 1 0 15,-5-1-8-15,-4-3 0 16</inkml:trace>
  <inkml:trace contextRef="#ctx0" brushRef="#br0" timeOffset="99774.4455">6565 3726 16 0,'0'-3'8'0,"0"-1"0"15,0 4 5-15,-4 0-11 16,0 0 1-16,-5 0 2 16,5 0 0-16,-5 7-7 15,1 5 1-15,-1 3 2 16,-4 12 1-16,5-4-6 16,-1-4 1-16,9 3-5 0,5-14 0 15</inkml:trace>
  <inkml:trace contextRef="#ctx0" brushRef="#br0" timeOffset="100892.7425">7413 2950 6 0,'0'0'3'0,"-4"0"1"0,4 0-2 0,0 0-1 16,0 0 1-16,-5 0 0 16,1 0 1-16,0 0-3 31,4 0 0-31,-4 0 2 16,4 4 1-16,-5 0-1 15,5-1 1-15,-4 1-1 0,0 0 1 16,-1 0-1-16,5 3 0 15,-4 1-1-15,4 0 1 16,-4-1-1-16,4 1 0 0,0-1 0 16,0 1 1-16,0 0-1 15,0 7 0-15,0-7-1 16,0 11 1-16,0 7 0 16,0 5 0-16,4 7-1 15,-4-4 1-15,0 4-1 16,-4 8 1-16,0 3-1 0,-5 1 1 15,1 3-1-15,-1 0 1 16,0 4-1-16,-3-7 1 16,3 3-2-16,0-11 1 31,1-4 0-31,4-4 0 16,-1-11-4-16,-3-4 0 0,8-11-3 15,8-16 0-15</inkml:trace>
  <inkml:trace contextRef="#ctx0" brushRef="#br0" timeOffset="101524.4984">7850 3342 10 0,'-26'0'5'0,"22"-4"-9"15,-1 4 2-15,1 4 3 16,-9-4 0-16,9 0 0 16,-5-4 0-16,1 4-2 15,-5 4 1 1,0 0 1-16,0 3 1 15,1 1-1-15,3-4 1 0,0 3 1 16,1 1 1-16,4 3-1 16,-1 1 0-16,5-1 1 15,0-3 0-15,9 3-2 16,4-3 1-16,0 0-2 16,-1 3 1-16,10-7-1 0,-1 0 0 15,5-4-1-15,0-8 0 16,3 0-1-16,6-7 0 0,-1 0 0 15,5 0 0-15,-5-4-1 16,-4-4 1-16,-9 0 0 16,1 0 0-16,-10 0 0 31,-7 1 0-31,-14-1 0 16,-4-4 1-16,-4 8 0 15,-9 8 0-15,-4-5-1 0,-4 16 1 16,0 4 1-16,-5 8 0 15,5 7 0-15,9-4 0 16,-5 15 2-16,4 8 0 0,9 8 0 16,0-4 0-16,8 4-1 15,9 3 1-15,4 4-2 16,1 1 0-16,3-5-6 16,1-3 1-16,8-12-4 15,4-23 1-15</inkml:trace>
  <inkml:trace contextRef="#ctx0" brushRef="#br0" timeOffset="101908.6436">8997 2904 1 0,'-13'-49'0'0,"-25"-39"12"15,29 73-9-15,-4-4 5 16,-4 0 1-16,-4 8 0 16,-5 11 0-16,0 3-13 15,-4 13 0-15,-8 6 9 16,4 13 1-16,4 14-5 31,0 8 0-31,0 16-1 16,0 3 1-16,4 4 0 15,5 11 0-15,-1-7-1 16,5-1 1-16,4 1-1 16,-4 8 1-16,4-13-2 0,-4-10 0 15,4-8-3-15,-4-19 1 0,9-8-5 16,-1-15 1-16</inkml:trace>
  <inkml:trace contextRef="#ctx0" brushRef="#br0" timeOffset="102160.361">8055 3391 36 0,'13'23'18'0,"47"15"-26"15,-39-26 35-15,14 3-27 16,12 4 0-16,4 8-4 0,0-4 0 16,1-1-1-16,-9-3 1 15,-5-7-5-15,9-8 1 16</inkml:trace>
  <inkml:trace contextRef="#ctx0" brushRef="#br0" timeOffset="102591.9157">9117 3038 21 0,'0'45'10'0,"4"-14"-12"15,-4-20 17-15,0 4-14 16,-4 8 1-16,4 4 2 16,-4-4 0-16,-1 7-5 15,-3 4 1-15,-5 1 2 16,0 6 0-16,-4 1-1 15,0 0 1-15,0 4-2 16,4 7 1-16,0-7 0 0,4-1 0 16,1 5 1-16,8-8 0 15,8 0-1-15,9 0 1 16,5-8-2-16,8-4 1 0,13-3-1 16,4-8 0-16,8-11-2 15,5-5 1-15,5-6-2 31,-1-9 0-31,-4-11-1 16,-5-11 0-16,-3 0-2 16,-9-4 1-16,-13-4-2 15,-1 0 0-15</inkml:trace>
  <inkml:trace contextRef="#ctx0" brushRef="#br0" timeOffset="102927.5551">8680 3521 23 0,'-13'8'11'0,"5"-12"-8"16,8 4 20-16,0 0-20 15,4 4 1-15,5-1 2 16,8 5 1-16,13 3-9 16,12 8 0-16,14 0 4 15,8 8 1-15,9-4-8 0,0 0 1 16,4 0-7-16,-4-1 1 15</inkml:trace>
  <inkml:trace contextRef="#ctx0" brushRef="#br0" timeOffset="104462.1476">10547 3293 9 0,'-5'7'4'0,"5"1"-2"16,0-16 5-16,-4 12-6 15,4 0 0-15,-4-8 2 16,-1 4 1-16,1-4-4 0,0 4 0 16,-5 0 2-16,1 0 0 31,4 0 0-31,-1 0 0 15,-3 0-1-15,8 0 1 16,-5-4-1-16,5 4 0 0,0 0 1 16,0 0 0-16,0 0 0 15,9 0 1-15,0 0-1 16,8 0 1-16,4 0-1 16,9-3 1-16,17 3-1 15,4-4 0-15,5 4-2 16,0 0 1-16,4 4-3 0,-5-4 1 15,-3 3-1-15,-9-6 0 16,-9-1-1-16,-9 4 0 16,-3 0-5-16,-9-8 0 0</inkml:trace>
  <inkml:trace contextRef="#ctx0" brushRef="#br0" timeOffset="104811.2327">10345 3723 21 0,'-17'7'10'0,"26"8"-7"16,-1-15 15-16,1-7-16 0,4 3 1 16,8 0 1-16,9-3 1 15,4 3-7-15,5 0 1 16,4 0 2-16,4 4 1 16,9 0-3-16,-9 0 1 0,0 4-2 31,0-4 0-31,0 0-4 15,-4-4 1-15,4-7-3 16,8-8 0-16</inkml:trace>
  <inkml:trace contextRef="#ctx0" brushRef="#br0" timeOffset="105360.8358">11433 3167 29 0,'-13'0'14'0,"34"-11"-22"0,-8 11 27 0,9-4-19 31,3-4 0-31,5 8 0 16,9-4 1-16,8 4-2 0,4 0 1 16,1-4-2-16,-5 4 0 15,-5-3-5-15,1-5 0 16</inkml:trace>
  <inkml:trace contextRef="#ctx0" brushRef="#br0" timeOffset="105580.5079">11454 3555 34 0,'-4'12'17'0,"72"33"-30"16,-46-37 31-16,12 3-21 15,5 1 1-15,3-5-11 16,5-3 0-16,5-4 14 0,-5-15 0 16</inkml:trace>
  <inkml:trace contextRef="#ctx0" brushRef="#br0" timeOffset="106080.9724">12653 3810 22 0,'-4'-53'11'0,"42"3"-18"15,-25 28 22-15,0-9-14 16,4-7 0-16,0-11 2 16,4-1 0-16,1-11-4 15,-1 8 0-15,1 7 2 16,-5 1 1-16,0 10-1 0,-4 16 0 16,0 4-1-16,-5 4 0 15,1 18 0-15,-5 1 0 16,0 7-1-16,1 16 1 15,3 7-2-15,1 3 1 16,-1-6-1-16,1 3 1 16,4-4-1-16,4 0 1 15,0-7 0-15,4-4 1 0,5-12 1 16,0-7 0-16,8-4 1 31,-4-8 1-31,4-3 0 16,-4-4 1-16,-4-8-1 15,-5-15 0-15,-4 0-3 16,-4-4 1-16,-4-4-4 0,-5-3 0 16,-4 3-6-16,4 0 1 15</inkml:trace>
  <inkml:trace contextRef="#ctx0" brushRef="#br0" timeOffset="106480.289">13980 3072 28 0,'8'23'14'0,"5"53"-21"0,-13-61 24 16,0 12-17-16,-4 3 1 15,-5 4 0-15,1 8 1 16,-5 0-2-16,0 4 0 16,0-1 2-16,1 1 0 15,-1 0 0-15,4-8 0 16,1 0-1-16,3 0 1 0,5 0-1 15,5-8 1-15,7 1-3 16,10-4 0-16,12-12-3 16,5-11 0-16,8-4-5 15,4-16 1-15</inkml:trace>
  <inkml:trace contextRef="#ctx0" brushRef="#br0" timeOffset="106861.5557">14763 3087 27 0,'-4'38'13'0,"-13"65"-15"15,8-84 21-15,-4 8-19 32,-4 7 1-32,0 8 0 15,0-4 0-15,0 4-2 16,4-1 1-16,0 5 1 16,5-4 1-16,3-4 0 15,1-8 0-15,8 5-1 16,5-12 0-16,8-1-2 15,9-10 1-15,12-8-3 16,9-8 1-16,5-4-2 0,-1-7 0 16,13-4-2-16,-4-4 1 15,5-4-2-15,-1 1 0 16</inkml:trace>
  <inkml:trace contextRef="#ctx0" brushRef="#br0" timeOffset="108212.648">13676 3087 17 0,'0'8'8'0,"9"-5"-6"0,-9-3 12 16,0-3-12-16,0 3 1 16,0 0 0-16,0-4 1 15,0 4-6-15,0 0 1 0,0 0 3 16,-5 4 1-16,1-1-2 15,0 9 0-15,-1 3-1 16,1 4 1-16,8 8-1 16,-4-4 1-16,0 11-1 15,0 4 1-15,-4 4-1 32,0 0 1-32,0-4-1 0,-1-4 0 0,5 0 0 15,0-3 0-15,5-1 1 0,3-7 0 16,1-4-1-16,4-4 1 31,-1-3-2-31,5-9 1 16,1-3 0-16,-1-7 0 0,0-5-1 15,0 1 0-15,-4-8 0 16,4-4 0-16,-4-11 0 16,0 3 0-16,-1-7 0 15,1-4 0-15,0-3-1 16,-4-1 1-16,-1 4-1 0,1 0 0 15,-5 4-4-15,0-4 1 16,9 12-1-16,0 0 0 16</inkml:trace>
  <inkml:trace contextRef="#ctx0" brushRef="#br0" timeOffset="109266.7027">16150 3224 18 0,'-8'-11'9'0,"3"14"-10"0,5 1 16 16,-4 0-12-16,0-8 1 0,0 4 1 31,-1 4 0-31,1 0-7 16,0 3 0-16,0 5 4 16,-1-1 1-16,1 8-2 15,-5 8 0-15,1 7-1 16,4 0 0-16,-5 8 0 15,5 4 0-15,-1 0 0 16,1-1 0-16,0-7 0 0,4-7 1 16,0-4-1-16,0-8 1 15,0 0 0-15,0-12 0 16,0-3 0-16,0-8 0 0,0-7-1 16,0-8 1-16,4-4-1 15,5-4 0-15,12-11-1 16,1-4 0-16,3-7 0 15,1 3 1-15,4 4 1 16,0 4 0-16,8 8 0 16,1 3 0-16,-1 12-1 15,1 4 1-15,-1 7-3 16,5 4 1-16,-4 0-4 0,-1 0 1 31,-3-4-6-31,3-8 1 16</inkml:trace>
  <inkml:trace contextRef="#ctx0" brushRef="#br0" timeOffset="109767.0886">16673 3315 21 0,'4'12'10'0,"22"-5"-8"15,-18 1 15-15,9-4-16 16,5 0 0-16,3-4 0 31,5 0 1-31,5-4-3 16,3-4 1-16,5 4-1 15,-5-3 1-15,1-1-1 0,-1-3 1 16,1-4-2-16,-5-4 1 0,-8-4-1 16,0-4 0-16,-9 0-1 15,0 1 0-15,-13-5 0 16,-4 8 0-16,-8 1 1 16,-5 3 0-1,-26 11 2 1,1 4 1-16,3 12 1 15,1 7 1-15,4 8 0 0,5 11 1 16,7 0 0-16,6 1 0 16,7 3-2-16,5 7 1 0,9 1-2 15,8-8 0-15,13 4-3 32,0-8 0-32,8-3-5 15,14-5 0-15</inkml:trace>
  <inkml:trace contextRef="#ctx0" brushRef="#br0" timeOffset="110100.5474">18081 2878 23 0,'-26'26'11'0,"18"69"-14"16,8-60 16-16,-5 7-12 15,1 7 0-15,0 8 0 16,0 0 1-16,-1-3-3 15,1-1 1-15,0 0 0 16,4-3 0-16,0-5-3 16,0 1 0-16,0-16-3 0,0-3 1 15</inkml:trace>
  <inkml:trace contextRef="#ctx0" brushRef="#br0" timeOffset="110431.749">17413 3220 28 0,'-8'4'14'0,"25"23"-20"15,-9-24 27-15,1 5-17 16,8 0 1-16,4-1 0 15,9 5 1-15,13-1-9 16,9 1 1-16,3 3 2 16,5 0 1-16,0-4-3 0,4 1 0 15,9-5-1-15,-4-3 0 16,-1-4 0-16,-4-7 0 16,-4-1 1-16,0-3 0 15,-9-1-2-15,-3-7 0 16,-10-4-3-16,1 4 1 15</inkml:trace>
  <inkml:trace contextRef="#ctx0" brushRef="#br0" timeOffset="110849.1313">18612 3293 22 0,'0'3'11'0,"0"5"-10"16,0-4 18-16,0 0-18 0,4 7 1 15,-4 8 0-15,0 8 0 0,0 3-3 16,4-3 0-16,5 3 2 0,0 1 0 31,3-1-1-31,10-3 0 16,3-8-1-16,1-8 1 16,4-7 1-16,4-4 1 15,1-8-2-15,-1-3 0 0,-8-4 0 16,-5-4 1-16,0-16-1 15,-8 5 0-15,-4-4-3 16,-5-4 0-16,-4 0-2 16,4 0 0-16,-4 0-2 15,-4 3 0-15</inkml:trace>
  <inkml:trace contextRef="#ctx0" brushRef="#br0" timeOffset="111233.8762">19194 3235 27 0,'4'23'13'0,"1"46"-21"16,-5-50 25-16,-5 0-17 15,5 11 1-15,0-3 0 31,0 0 0-31,0-1-1 16,5-3 0-16,-1 0 1 0,0-12 1 16,0-3 0-16,1-4 0 0,-1-4 0 15,0-8 0-15,-4-3-1 16,5-12 1-16,3 0-2 16,5-4 1-16,0-7-2 15,0 4 0-15,4-5 0 16,4 1 0-16,9 4 1 0,0-1 0 15,0 12 1-15,0 0 0 16,-4 12-2-16,-1 3 1 31,1 11-8-31,0 1 1 16</inkml:trace>
  <inkml:trace contextRef="#ctx0" brushRef="#br0" timeOffset="111915.6011">20020 3152 24 0,'0'0'12'0,"5"53"-14"0,-10-42 15 16,1 1-12-16,0 3 0 16,-1 4 0-16,1 4 1 15,0 0-3-15,-5 7 1 16,1 1 0-16,-1-1 1 16,5 1-1-16,0-1 0 15,-1 0 0-15,1 1 0 0,0-4 0 16,-1-8 0-16,5-4-1 15,0 0 1-15,0-4 0 16,0-3 0-16,0-8-1 16,0 0 1-16,5-8 0 15,-1-3 0-15,0 0 0 16,5-1 0-16,-1-3 0 0,1-4 1 16,0 0-2-16,-1-12 1 15,1 5-1-15,4-5 1 16,-1 1-1-16,-3 7 1 0,8-15-1 15,4-4 0-15,5 0 0 32,0 0 0-32,4 1 0 15,-5-1 1-15,1 11 0 16,0 5 0-16,-5 3 0 16,5 4 1-16,0 7 0 15,8 5 1-15,-4 3-1 0,0 4 0 16,4 4 0-16,0 7 0 15,-4 4 0-15,0 8 0 16,0 4 0-16,0 7 0 0,0 8 0 16,-4-4 0-16,-5 0 0 15,-8 8 0-15,-4 3 0 16,-5-7 1-16,-8 4-3 16,-1-4 1-16,-3 3-6 15,-5-10 1-15,-4-9-3 16,0-18 1-16</inkml:trace>
  <inkml:trace contextRef="#ctx0" brushRef="#br0" timeOffset="126326.4774">13834 4408 22 0,'0'0'11'0,"5"-12"-13"16,-5 12 12-16,0 0-10 16,0-3 1-16,0-1 0 15,-5 0 0-15,1 0-1 31,0 4 0-31,4 4 0 16,-4 4 1-16,-1 7 0 0,1 11 0 16,0 5-1-16,-5 7 1 15,1 0-1-15,-5 8 1 0,0 7 0 16,0-7 0-16,0-5-1 16,-4-2 1-16,0-5-1 15,4-8 1-15,5-7-1 16,-1-3 1-16,0-5-1 15,1-7 1-15,-1-8-1 16,1 0 1-16,-1-11-1 0,9 0 1 16,9-8 0-16,-1-7 0 15,1 3-1-15,4-4 1 16,8-3-1-16,0 4 0 16,5 7 0-16,8-8 1 0,1 1-2 31,-5 11 1-31,4 4 0 15,0 3 0-15,5 5-2 16,-5-1 1-16,0 8-7 16,0 0 1-16</inkml:trace>
  <inkml:trace contextRef="#ctx0" brushRef="#br0" timeOffset="126795.6089">14502 4438 19 0,'-4'34'9'0,"-5"1"-11"15,5-28 11-15,-5 1-8 0,-3 0 0 16,-1 3 0-16,-4 0 1 15,0 1-3 1,-1 7 1-16,-3 7 0 16,4 1 1-16,0 7-1 15,4 1 0-15,4-1-1 16,5 0 1-16,8 0-1 16,5-3 1-16,4-8 0 15,12-8 0-15,5-11-2 0,9-4 1 16,-5-12-1-16,5-7 0 15,-1-11 1-15,-3-4 0 16,-6-4 1-16,-3-1 0 16,-9-2 2-16,-8-9 0 15,-9 1 0-15,-9 11 1 0,-4 3-1 16,1 12 1-16,-10 4-2 16,-8 12 0-16,5 3-4 15,-1 8 0-15,9 3-3 16,4-3 1-16</inkml:trace>
  <inkml:trace contextRef="#ctx0" brushRef="#br0" timeOffset="127226.0984">15187 4522 27 0,'-4'8'13'0,"-18"-1"-19"16,18-11 26-16,-9 1-19 16,-4 3 1-16,-4-4 0 15,-5 4 0-15,-4 7-3 16,4 5 0-16,1 3 1 15,-1 8 1-15,0 0-1 16,5 3 0-16,4 1-1 16,4 3 1-16,9-3-1 15,4 4 1-15,8-5-1 0,5-7 0 16,13-7-1-16,8-9 1 16,5-14-1-16,8-8 1 15,-5-8 0-15,1-3 0 16,-8-1 1-16,-10 1 1 0,-3-8 1 15,-10 0 0-15,-7 4-2 16,-10-1 1-16,-7 1-4 16,-5 4 0-16,-1-1-4 15,6 1 0-15</inkml:trace>
  <inkml:trace contextRef="#ctx0" brushRef="#br0" timeOffset="127563.0313">15765 3894 26 0,'-13'-12'13'0,"13"43"-19"15,4-23 24-15,-4 3-18 16,5 8 1-16,-5 4 0 16,4 11 1-16,0 8-2 15,1 7 0-15,3 12 0 16,1 15 1-16,-5 1-1 16,0 3 1-16,-4-1-1 15,0 1 0-15,0-3-1 0,5-20 0 16,-5-12-3-16,0-7 1 15,0-11-4-15,4-16 1 16</inkml:trace>
  <inkml:trace contextRef="#ctx0" brushRef="#br0" timeOffset="127830.7096">15500 4278 30 0,'-5'4'15'0,"57"0"-16"16,-31-4 27-16,18 0-27 15,12 0 1-15,5 0-2 16,4 0 0-16,0 0 0 0,-1 0 1 15,1 0-6-15,-4 0 1 16,-5 0-2-16,5-8 0 16</inkml:trace>
  <inkml:trace contextRef="#ctx0" brushRef="#br0" timeOffset="128070.5428">16266 4419 36 0,'-17'8'18'0,"21"41"-41"16,-8-34 37-16,-1 5-23 15,1-5 0-15,4-8-2 16,0-7 1-16</inkml:trace>
  <inkml:trace contextRef="#ctx0" brushRef="#br0" timeOffset="128897.1921">17768 4183 19 0,'-12'4'9'0,"12"-12"-12"15,0 8 16-15,-5-3-13 16,1-1 1-16,-4-4 0 15,-10-3 1-15,1-1-2 16,-4-3 0-16,-9 0 1 16,-9-4 0-16,-8 4-1 15,-8-4 0-15,-5 7-1 16,-5 1 1-16,1 7-1 0,0 8 1 16,0 7-1-16,12 8 0 0,10 4 0 15,7-4 0-15,10 12 0 31,12 3 1-31,9 4-1 16,12 4 0-16,9-12 1 16,9 1 1-16,8-9-1 15,5-6 0-15,4-9 0 0,8-3 1 16,13-4-1-16,-4-11 1 16,0-8-1-16,4-4 0 15,-4-4 0-15,-4 1 0 16,-5-9 0-16,-12-3 1 0,-5-4-1 15,-4-3 1-15,-4-1-1 16,-9-15 1-16,-4 0-1 16,-9-7 0-16,0-1-1 15,-4 4 0-15,0 12 0 16,0 0 1-16,-4 11 0 16,4 12 0-1,0 7 1-15,-4 15 1 16,-1 8 0-16,5 8 0 15,0 15 0-15,5 15 0 16,-1 15 0-16,0 12 0 0,0 11 0 16,5 7 1-16,-5 5-1 15,1 0 1-15,-5 3-3 16,0 0 1-16,-5-7-4 16,5-12 1-16,0-15-6 15,9-15 0-15</inkml:trace>
  <inkml:trace contextRef="#ctx0" brushRef="#br0" timeOffset="129231.7594">18775 4012 26 0,'8'11'13'0,"-4"5"-20"15,-8-16 20-15,-4 3-11 16,-5 1 0-16,-4 0 1 16,-1 4 0-16,-3-5-5 31,-5-3 1-31,-8 4 2 0,0-4 1 16,-9-4-2-16,-4 8 1 15,0 0-2-15,0 15 1 0,4 4-1 16,0 0 1-16,5 11-1 15,3 4 1-15,10 4-1 16,8-4 1-16,8-4-1 0,9-11 0 16,9-8-3-16,8-7 1 15,13-16-4-15,8-15 1 32</inkml:trace>
  <inkml:trace contextRef="#ctx0" brushRef="#br0" timeOffset="129364.697">18719 4039 11 0,'47'-27'5'0,"-9"27"3"15,-25 11 5-15,0 8-12 16,0 12 0-16,0 3 0 16,0 12 0-16,-5-1-4 15,1 1 0-15,-1-8-2 16,1-7 1-16</inkml:trace>
  <inkml:trace contextRef="#ctx0" brushRef="#br0" timeOffset="129646.5142">19545 3647 30 0,'-4'34'15'0,"29"99"-26"16,-25-99 31-16,0 23-20 16,-4 4 0-16,0 8 1 15,-5 3 0-15,-3 16-2 16,-1 3 0-16,-4-11-4 16,-5-8 1-16,1-11-3 15,-1-11 1-15</inkml:trace>
  <inkml:trace contextRef="#ctx0" brushRef="#br0" timeOffset="129882.2453">18907 3974 33 0,'9'15'16'0,"68"19"-23"0,-51-26 32 0,12 7-24 16,13 0 1-16,18 4-1 15,4 4 1-15,4-4-7 16,-4-3 0-16,-5-5-3 16,5-7 0-16</inkml:trace>
  <inkml:trace contextRef="#ctx0" brushRef="#br0" timeOffset="130412.64">20470 4069 9 0,'4'-4'4'0,"5"12"12"15,-9-8-4-15,0-12-10 16,-5 5 0-16,1-1 2 16,0 1 1-16,-9-5-5 15,0 1 0-15,-4-5 3 0,-13 5 1 0,-9 3-2 16,-12 8 0-16,-5 4-1 15,1 4 1-15,-1 11-2 16,9 11 0-16,-4 8 0 16,4 4 0-16,-1 8-1 15,6-1 0-15,12 8 0 16,8-3 1-16,9-9-1 31,9-7 0-31,4-7 0 16,17-12 1-16,5-15-2 0,8-12 1 15,8-7-1-15,5-8 1 0,4-7-1 16,0-9 1-16,-4 5-1 16,-4 4 1-16,-1 3 3 15,1 8 0-15,12 4 1 16,9 11 0-16,0 15-1 16,4 9 1-16,9 6-3 15,0-3 0-15,-5-4-9 16,-8 4 1-16</inkml:trace>
  <inkml:trace contextRef="#ctx0" brushRef="#br0" timeOffset="131332.3039">18372 4214 16 0,'0'0'8'0,"-13"7"-4"15,13-7 6-15,-4 0-9 16,0 4 1-16,-5 0 0 31,1 3 1-31,-1-3-4 16,5 4 1-16,-1 0 2 15,1-1 0-15,0 1-1 0,0-1 1 16,-5 1-1-16,5 3 0 0,-5 1-1 16,5-1 1-16,0 1 0 15,-1-1 0-15,5 0-1 16,5 5 0-16,-1-1 0 16,4 0 1-16,10 0-1 15,-1 1 0-15,8-9-1 16,5-3 1-16,0-4 0 0,5 0 0 15,3-11 0-15,5-1 0 16,0 5 0-16,4-5 0 16,0-3 0-16,0-4 0 0,-4 0-1 15,0-4 1-15,-9 0-1 16,-4 4 1-16,-9-4-1 31,1 4 0-31,-10-7 0 16,-3-1 1-16,-5 4-2 15,-4 4 1-15,0 0-2 16,0 8 0-16,0 3-4 0,0 8 1 16</inkml:trace>
  <inkml:trace contextRef="#ctx0" brushRef="#br0" timeOffset="133367.2272">19087 4099 12 0,'4'0'6'0,"-8"0"-5"0,4 4 6 15,0-4-6-15,-4 4 1 0,-1 0-1 16,1 0 1-16,0-1-3 16,0 5 1-16,-1-4 0 15,1 0 1-15,0-4-1 16,-1 0 0-16,1 4 0 15,0-1 0-15,0 1-1 32,-1-4 1-32,5 0-2 15,-4 0 1-15,4 0-1 0,0-11 1 16,0 11-1-16,4-12 0 16,5 5-1-16,-1-5 0 15,1 1 0-15,-5 3 1 0,1 1 4 31,-10-62-2-31,22 126 2 16,-8-64 0-16,0 3 1 16,-1 0 0-16,-8 4 2 15,4 0 0-15,9 0-3 16,-4 0 1-16,-9 8-2 0,4-5 1 16,-4 5-1-16,4 3 1 15,-4 5-1-15,-4-1 1 16,0 4-2-16,-5-4 1 15,5-3-1-15,-5-1 1 0,5 4-1 32,0-3 1-32,0-1-1 15,-1 4 1-15,1 4-1 16,0-3 0-16,4 3 0 16,0 0 1-16,0 3-1 15,0-3 1-15,4 4-1 0,-4-8 1 16,0 5-1-16,0-9 0 15,4 0 0-15,-4 1 0 16,0-12-1-16,0 0 1 0,5 0-2 16,-5 0 0-16,4-8-3 15,-8-3 1-15,-1-4-3 16,10-1 1-16</inkml:trace>
  <inkml:trace contextRef="#ctx0" brushRef="#br0" timeOffset="133783.7543">18907 4077 10 0,'9'0'5'0,"4"7"-4"0,-9-7 6 0,0 0-5 15,0 0 1-15,5 0 1 16,0 0 0-16,3 0-5 15,-3 4 0-15,0 0 4 16,3 3 0-16,-7 5-1 16,-1 11 0-16,0 7 0 0,-4 8 0 47,5 38-1-47,-5-3 1 15,0-12-6-15,-5-8 1 16,5-11-3-16,-21-23 0 0</inkml:trace>
  <inkml:trace contextRef="#ctx0" brushRef="#br0" timeOffset="154550.8462">1052 4499 7 0,'-13'15'3'0,"4"-11"-2"16,9-4 4-16,0 4-6 0,-8-12 1 15,3 12 0-15,5 0 0 16,-8 0 0-16,3-4 0 0,5 4-1 15,-8-4 1-15,8 3 0 16,0-3 1-16,0 0 0 16,-4 0 0-16,4 0 1 31,0 0 1-31,-9 0 0 16,5 0 0-16,4 0-1 15,-9-3 0-15,9 3-1 0,-8 0 1 16,8 0-3-16,0 3 0 15,-5 1 0-15,5 0 0 16,0-4-1-16,0 4 1 0,0-4 0 16,0 4 1-16,0-1 1 15,-8-6 1-15,8 3 0 16,-4-4 0-16,4 0 0 16,-9 0 1-16,5 4-1 15,4-4 1-15,-9 1-2 0,5-1 1 16,-9 0-1-16,4-4 0 15,-3 5 0-15,3-1 0 16,5 4-1-16,-9 0 1 0,0 4-1 31,5-4 0-31,3 11 0 16,-3 0 1-16,-1 5-1 16,9 6 1-16,9 5-1 15,4-8 0-15,8 8-1 16,17-4 1-16,-12-8-1 15,13 0 0-15,3-7-1 16,-7-8 1-16,3 0 0 0,-3-8 0 16,-6-3-1-16,-3-8 1 15,-4-4 0-15,-1-8 0 0,-4-3 1 16,0-4 0-16,-12 4 0 16,3-1 0-16,-8 9 0 15,-8-1 0-15,-5 4 0 16,-13 4 1-16,-13 8 0 15,-8 11 0-15,5 4 0 16,-1 11 0-16,-4 19 0 16,4 8 1-16,13 8 0 15,-4 14 1-15,8 1-2 0,13 3 1 32,13 5-1-32,0-5 1 15,13 8-3-15,0-15 1 0,12-4-5 16,-3-11 0-16,4-12-3 15,8-18 1-15</inkml:trace>
  <inkml:trace contextRef="#ctx0" brushRef="#br0" timeOffset="154859.7953">1685 3902 22 0,'-38'-16'11'0,"3"54"-15"16,31-22 18-16,4 6-14 15,0 13 1-15,-8 3 1 16,3 7 0-16,5 13-2 31,-8 2 0-31,8 20 1 0,-5-4 1 16,5 1-1-16,-4-1 1 15,4-8-4-15,-4 1 0 0,4-20-5 16,0-3 0-16</inkml:trace>
  <inkml:trace contextRef="#ctx0" brushRef="#br0" timeOffset="155250.395">2383 4214 22 0,'-26'0'11'0,"-17"7"-13"16,39-3 16-16,-4 7-14 16,-10 1 1-16,-3 3 0 15,-5 4 0-15,1 0-1 0,-10 0 0 16,10 8 0-16,-5-1 1 0,13 9-1 16,-9 3 0-16,13 4 0 15,-4 3 0-15,4 5 0 16,0 11 0-16,1-8 0 15,-1 0 0-15,0 1 0 16,-13-5 1-16,0 4-1 16,-4-7 0-16,1-12-1 0,-6-3 0 15,1-16-5-15,13-15 0 32</inkml:trace>
  <inkml:trace contextRef="#ctx0" brushRef="#br0" timeOffset="155950.9213">2417 4297 24 0,'-21'8'12'0,"25"34"-16"0,-4-31 20 0,0 1-16 15,0 7 0-15,4 4 0 16,1-1 0-16,3 5 0 16,-8-8 0-16,13 0 0 31,0-4 0-31,0 1-1 16,0-5 1-16,8 0 0 15,5-7 0-15,-9 0 0 0,0 0 0 16,9-12 0-16,-5-3 0 15,5-4 0-15,-9-4 0 16,4-1 0-16,-12 1 1 0,4 0-1 16,-13-3 0-16,0-1 0 15,-13 0 1-15,4 0-2 16,-4 4 1-16,1 0-1 16,-1 4 1-16,-9 3-1 15,1 5 1-15,4 3-1 16,-5 4 1-16,5 8 0 0,0-1 0 15,4 8-1-15,-4 1 1 32,0 6 0-32,0 5 0 15,-5 4-1-15,1 7 1 0,-5-4-1 16,9-4 1-16,-4 5 0 16,8-1 0-16,0 4-1 15,5-8 1-15,3 1 0 16,5-1 0-16,0 1 0 15,0-5 1-15,13-3-1 16,0 0 1-16,-4 0 0 0,8 0 0 16,4 3 0-16,-8-3 0 15,13 0-1-15,-1-4 1 16,1 4 0-16,4-4 0 16,-4-8 0-16,12 5 0 15,9-5 0-15,13-3 1 0,0-5-1 16,4 1 1-16,-4 0-3 15,-4 4 0-15,-13-1-6 32,0-3 0-32</inkml:trace>
  <inkml:trace contextRef="#ctx0" brushRef="#br0" timeOffset="156519.011">3650 4568 19 0,'0'-8'9'0,"0"-7"-5"15,0 15 10-15,0 4-12 16,-13 7 0-16,5 0 0 0,-5 8 1 16,4 12-4-16,5 3 1 15,-5 8 1-15,5 4 1 16,4 7-2-16,-8 0 1 15,8 4-1-15,-5-3 0 16,5-12 0-16,-8-4 1 0,3-4-1 16,1-11 0-16,0-8 0 15,-5-4 1-15,1-14-1 16,-1-9 0-16,9-3-1 16,-8-12 1-16,3-11 0 15,5 0 0-15,0-15-1 16,5 0 1-16,3-5 0 0,1 1 0 15,12-4 0-15,9 8 0 32,-4 4 0-32,12 3 0 15,1 12 0-15,4 7 0 0,-5 4-2 16,1 4 1-16,4 4-4 16,8 4 0-16,-4 3-2 15,0-3 0-15</inkml:trace>
  <inkml:trace contextRef="#ctx0" brushRef="#br0" timeOffset="156986.0188">4292 4301 24 0,'0'12'12'0,"22"29"-17"0,-10-25 23 15,1 3-18-15,0 11 0 0,-4 1 0 16,4-1 0-16,4-3 0 16,-9-1 1-16,5-3-1 15,0-8 0-15,0-7-1 16,8-4 1-16,-8-4 0 16,4-8 0-16,-4-3-1 15,8-1 0 1,-12-7 0-16,4-3 1 15,-13 2-2-15,-9-2 1 0,5 6-1 16,-17-6 0-16,-1-1 0 16,-4 8 1-16,-4-1 0 15,1 5 0-15,-1 7 2 16,-5 8 0-16,1 3 1 16,8 13 0-16,-8 2 1 0,13 13 0 15,4 3-1-15,8 4 1 16,9 7-2-16,9 8 1 0,3-7-1 15,6-5 0-15,3 1-2 32,5-4 1-32,8-8-4 15,0-7 0-15,5-8-3 16,3-12 1-16</inkml:trace>
  <inkml:trace contextRef="#ctx0" brushRef="#br0" timeOffset="157289.2892">5080 3978 21 0,'-13'-8'10'0,"9"54"-12"16,0-31 17-16,4 15-14 16,-5 5 0-16,1 14 0 15,4 4 1-15,-4 24-3 16,4-1 1-16,0 4 0 0,0 0 0 16,-5-8-3-16,1-4 1 15,-4-14-4-15,-1-9 0 16</inkml:trace>
  <inkml:trace contextRef="#ctx0" brushRef="#br0" timeOffset="157511.5588">4909 4210 30 0,'0'-8'15'0,"47"12"-21"16,-22 0 30-16,10 3-25 16,8 5 0-16,-1 11-2 15,5 0 1-15,-4-1 0 16,0 1 1-16,0 8-7 16,0-5 1-16</inkml:trace>
  <inkml:trace contextRef="#ctx0" brushRef="#br0" timeOffset="157849.1826">5576 4518 25 0,'-4'42'12'0,"8"42"-15"0,1-65 20 15,3 7-18-15,-3 1 0 16,3 4 0-16,5-5 1 0,4-3 1 31,-8-4 0-31,8-4 0 16,4-3 0-16,5-12 0 0,4 0 1 15,0-12-1-15,-4-7 1 16,-5-4-2-16,5-7 0 0,-22-1-4 16,9-3 0-16,-9 0-3 15,-4 7 0-15</inkml:trace>
  <inkml:trace contextRef="#ctx0" brushRef="#br0" timeOffset="158252.5927">6270 4316 28 0,'-4'12'14'0,"17"56"-20"0,-5-45 26 0,1 8-20 16,-9 7 0-16,0 11-1 15,-5 1 1-15,5 7 0 16,-4-8 0-16,0-3 0 16,0-8 1-16,-1-8-1 15,1-7 1-15,0-8-1 0,-1-7 1 16,-3-4 0-16,4-8 0 0,-1-11-1 16,1-4 0-16,0-15-1 15,-1-4 0-15,5-8-1 16,5-7 0-16,3-5 0 15,5 9 1-15,0-1 0 32,8 9 1-32,9 3 0 15,5 7 0-15,-1 12 0 0,4 8 0 16,-3 3-4-16,-1 8 1 16,0 4-4-16,5 3 1 15</inkml:trace>
  <inkml:trace contextRef="#ctx0" brushRef="#br0" timeOffset="158720.6679">7289 4297 22 0,'8'50'11'0,"10"30"-16"0,-14-54 19 0,0 9-14 16,0-1 1-16,-4-4-1 15,0 1 1-15,-4-5-2 16,4-6 1-16,-4-5-1 16,0 0 1-16,-5-7-1 15,5-1 1-15,-5-11-1 0,5 1 0 16,-5-9-1-16,5-11 1 15,0-11-1-15,4-15 1 16,4 3-2-16,5-7 1 0,3-1-1 16,10 9 1-16,8-5 1 15,4 8 0-15,5 4 3 16,3 8 0-16,10 7 2 16,8 15 0-16,8 8 0 15,1 8 0-15,-1 11 0 16,5 15 0-16,0 16-2 15,-5 7 0 1,-8 11-2-16,-8-3 0 16,-5 11-5-16,-13 4 0 15,-13-11-2-15,-8-20 1 0</inkml:trace>
  <inkml:trace contextRef="#ctx0" brushRef="#br0" timeOffset="160204.063">6343 4918 22 0,'-9'-4'11'0,"26"23"-9"16,-17-19 12-16,0 4-12 0,0 3 0 31,0 1 0-31,0 11 1 15,-4 4-4-15,0 4 0 0,-5 18 2 16,1 5 0-16,-5 14-1 16,4 9 0-16,-4 10-1 15,1 5 1-15,-6 19-1 16,-7 3 1-16,-5 23-2 16,-9 4 1-16,-4 19-1 15,-4 0 1-15,0 4-1 0,-8 4 0 16,-5-4 0-16,0 0 1 15,0-12-1-15,4 0 1 16,-4-11 0-16,0 4 0 16,5 0 0-16,-1-11 1 0,5-9-1 15,4-6 0-15,4-9 0 16,-4-11 1-16,8 8 0 16,5-12 0-16,8-7 0 15,-8-8 0-15,8 0 0 31,5-11 1-31,-5-8-3 16,0-7 1-16,5-1-4 0,-5-15 1 16</inkml:trace>
  <inkml:trace contextRef="#ctx0" brushRef="#br0" timeOffset="160922.3636">2627 8484 17 0,'0'-26'8'0,"9"29"-6"16,-9-10 14-16,0-5-14 16,0 1 1-16,0-1 2 15,0 1 0-15,0 3-6 0,0 5 0 16,0 3 4-16,0 0 1 15,0 7-2-15,-9 5 0 16,9 18-1-16,0 20 1 16,0 11-1-16,-4 18 0 15,4 9-1-15,0 7 0 0,4 8-1 16,5-4 0-16,-9-15-2 16,4-12 1-16,4-11-3 31,-3-16 1-31,3-14-5 15,1-20 0-15</inkml:trace>
  <inkml:trace contextRef="#ctx0" brushRef="#br0" timeOffset="161204.8558">2927 8400 38 0,'-13'-15'19'0,"17"11"-27"16,5 1 36-16,-5-1-28 16,4 0 1-16,14-4-1 15,4 1 0-15,4-1-1 16,4 1 0-16,9-1-2 0,-13 0 1 16,0 1-3-16,-1-1 1 15,-3 0-1 1,-4-3 0-16,-1 3-2 0,-8 1 1 0,-9-1 1 31,0 1 1-31,1-1-2 16,-5 8 1-16</inkml:trace>
  <inkml:trace contextRef="#ctx0" brushRef="#br0" timeOffset="161473.0394">2588 8838 29 0,'5'-11'14'0,"42"-4"-22"15,-26 11 32-15,1-4-25 16,16 0 1-16,-4-3-2 15,5 3 1-15,-5 1 0 16,9 7 0-16,0 0-5 16,4 0 0-16,-9 4-1 15,1-1 0-15</inkml:trace>
  <inkml:trace contextRef="#ctx0" brushRef="#br0" timeOffset="161730.9253">3582 8503 30 0,'-22'38'15'0,"26"57"-27"15,1-72 32-15,-5 12-23 16,0 3 0-16,0 0-6 16,0-4 1-16,0-4 7 15,8-3 1-15</inkml:trace>
  <inkml:trace contextRef="#ctx0" brushRef="#br0" timeOffset="162004.3217">3950 8435 38 0,'-9'26'19'0,"56"62"-32"0,-34-65 40 15,0 15-30-15,-4 4 0 16,-1-4-2-16,1 4 1 15,-5-4 5-15,-4-8 1 16,0-7-5 0,-4-4 1-16,-1-4-1 15,-3-15 0-15,4-11-2 16,-1-12 0-16,5-4-1 0,0-15 0 16</inkml:trace>
  <inkml:trace contextRef="#ctx0" brushRef="#br0" timeOffset="162156.5478">4215 8225 22 0,'39'-38'11'0,"33"27"-12"0,-46 18 22 0,4 5-21 16,9 11 0-16,-1 11 0 15,-4 8 1 1,-4 7-2-16,-4 1 0 16,-5 3-3-16,-8-11 1 15,-8 4-4-15,-1-12 1 16</inkml:trace>
  <inkml:trace contextRef="#ctx0" brushRef="#br0" timeOffset="162312.8599">4005 7833 35 0,'-4'54'17'0,"94"33"-59"16,-60-64 35-16</inkml:trace>
  <inkml:trace contextRef="#ctx0" brushRef="#br0" timeOffset="162957.1872">5170 8652 22 0,'0'11'11'0,"21"-30"-16"16,-21 19 21-16,0-4-14 16,-4-7 0-16,4-1 4 15,-4-3 0-15,-5 4-7 16,-4-12 1-16,0 8 3 15,-17-1 1-15,5 5-2 16,-5-4 1-16,-4 3-3 0,-18 5 0 16,-3-1-1-16,-5 12 0 15,8 11-1-15,-8 12 1 16,0 7 0-16,0 12 0 16,13 7 0-16,9 0 1 0,-1 1-1 31,26-1 0-31,9-4 0 15,13-7 1-15,4-4-1 16,8-7 1-16,0-12-1 16,9-12 1-16,5-10 0 15,3-9 0-15,1-3 0 16,3-12 1-16,-3-11-1 0,-1 0 0 16,5-7 0-16,-8-9 1 15,-5-3-1-15,-5-8 0 0,-3-7-1 16,-5-4 0-16,-4-12-1 15,-9 1 1-15,-4-4-2 16,0-1 1-16,-4 12 1 16,4 16 1-16,0 14 0 15,0 20 1-15,8 11 2 16,5 26 0-16,0 20 1 16,4 15 0-16,4 15-1 0,1 15 1 15,-1 16-3-15,5 7 1 16,-5-8-4-16,-8 9 1 15,0-5-4-15,0-11 0 32,-5-15-5-32,5-12 1 15</inkml:trace>
  <inkml:trace contextRef="#ctx0" brushRef="#br0" timeOffset="163623.8239">5559 8161 36 0,'0'22'18'0,"22"17"-27"16,-18-28 33-16,0 12-26 16,-4 7 1-16,0 8 0 15,-4 8 1-15,0 3 0 31,-1 5 0-31,1-5-1 16,0 1 0-16,0-5 2 0,-1-7 0 16,5-7-1-16,-8-4 0 15,4-8 1-15,-5-8 0 16,0-15 0-16,1-7 0 0,-1-8-2 16,1-16 1-16,3-10-1 15,5-16 0-15,5-4 0 16,3 8 0-16,1-4 1 15,4 12 0-15,0-1 0 16,8 16 1-16,5 4 0 16,-5 11 1-16,5 19-1 0,4 3 1 15,0 16-2-15,4 8 1 16,-4 7-1-16,0 4 1 16,-4 4 0-16,-5-4 0 15,0 4-1 1,-4-4 1-16,-4-7-1 15,-4-5 1-15,-1-7-2 16,-3-11 0-16,-5-8-2 16,0-11 0-16,0-12-1 15,0-12 0-15,4-10 0 0,0-5 0 16,5-7 1-16,-1 4 0 16,1 7 3-16,4 8 0 15,0 11 3-15,4 12 1 16,4 11 0-16,1 20 0 0,-1 7 0 15,5 18 1-15,-5 1-3 16,0 12 1-16,-8 3-4 16,0 0 0-16,-4-8-4 31,-1-7 1-31,1-8-6 16,-9-7 0-16</inkml:trace>
  <inkml:trace contextRef="#ctx0" brushRef="#br0" timeOffset="163823.8874">6544 8115 43 0,'13'38'21'0,"13"69"-33"15,-26-77 42-15,0 16-32 16,-5 15 0-16,-3 3-5 15,-5 1 0-15,-4 0 3 16,0-1 1-16,-5-10-7 0,5-12 0 16</inkml:trace>
  <inkml:trace contextRef="#ctx0" brushRef="#br0" timeOffset="164224.8145">6822 8149 43 0,'0'0'21'0,"43"54"-36"16,-30-35 44-1,0 3-31-15,-5 13 1 16,1-1 0-16,-9 0 1 16,0 4 0-16,-4-4 0 15,-1 1-2-15,-3-9 0 16,-5-7-1-16,0-7 1 15,4-8-1-15,1-20 0 0,4 1 0 0,-1 4 0 16,14-23 1-16,-1-5 0 16,5 1 1-16,4 12 0 15,1-1 2-15,7 12 0 16,10 7 1-16,-6 8 0 31,6 8 0-31,3 7 0 16,-4 12 0-16,1 3 1 0,-5 1-2 15,-5 11 0-15,-3-1-2 16,-1-6 0-16,-8-5-3 16,-4-11 0-16,-5 4-5 15,-8-27 1-15</inkml:trace>
  <inkml:trace contextRef="#ctx0" brushRef="#br0" timeOffset="164404.9878">6677 7399 53 0,'-17'35'26'0,"68"67"-78"16,-38-71 57-16,4-1-13 16,0-7 1-16</inkml:trace>
  <inkml:trace contextRef="#ctx0" brushRef="#br0" timeOffset="164956.7188">8034 7358 23 0,'-13'3'11'0,"9"-10"-15"16,4 7 22-16,-5 4-17 15,-3-4 1-15,-1 3 0 16,-4 1 1-16,-4 0-4 15,-4 7 1-15,-9 1 1 16,-4 11 0-16,-5 3 0 0,1 5 0 31,-1 7-1-31,9 4 0 16,0 7 0-16,4 16 1 16,1 7-1-16,3 4 0 15,5 19 0-15,0-3 0 0,4 3 0 16,5 8 0-16,3 7 0 15,10-11 0-15,3 0-3 16,5-4 0-16,4-7-4 16,5-12 0-16</inkml:trace>
  <inkml:trace contextRef="#ctx0" brushRef="#br0" timeOffset="168127.7618">8235 8024 11 0,'-4'7'5'0,"8"1"-3"0,-4-8 5 0,0 0-4 16,0 4 0-16,0-1 0 15,0-3 1-15,0 0-6 16,0 4 1-16,-4 0 3 15,-1 0 0-15,1 0-2 0,0 0 1 16,0 3-1-16,-1-3 0 16,1 4 0-16,0-5 1 15,-1 1 0-15,5 0 1 16,-4-4-1-16,4 0 1 16,-4 4 0-16,0 0 1 15,-1 3-1-15,1-3 1 0,0-4 0 16,-1 8 0-16,-3 3 0 15,8 8 0-15,-4 0-1 16,4 12 1-16,0 18-2 31,4-3 0-31,4 11-1 16,-3 4 0-16,-1-4-1 0,5 0 1 16,-5-4 0-16,0-3 0 15,0-12 0-15,-4 0 1 0,0-8-1 16,0-7 1-16,-4-12 0 15,0-3 0-15,-5-8-1 16,5-8 1-16,-5-7-1 16,-3-4 1-16,3-4-1 15,5-3 0-15,-1-9 0 16,5-6 0-16,-4-5 0 0,4 0 1 16,0-3-1-16,4 3 1 15,5-3-1-15,4 3 0 16,4 0 0-16,-4 8 1 15,0 12-1 1,4-5 0-16,0 16-1 16,0 7 0-16,4 8-3 15,-3 4 1-15,7 0-4 16,1 0 1-16,0 3-5 16,4 5 1-16</inkml:trace>
  <inkml:trace contextRef="#ctx0" brushRef="#br0" timeOffset="168977.4116">9040 8222 17 0,'-5'7'8'0,"-3"12"-5"0,8-19 10 0,0 0-12 16,-4-7 0-16,-1 3 2 15,1 4 0-15,0 0-3 16,-5 0 0-16,1-8 3 15,-1 4 0-15,1-3 1 16,-5-1 0-16,0 4-1 16,-4-3 0-16,0-5-1 15,-5 1 1-15,-3 3-2 16,-5 1 1-16,0 3-1 16,0 4 0-16,-5 4-1 15,5 15 0-15,5 4 0 16,3 11 0-16,5 8-1 0,4-4 0 0,9 7 0 15,4 1 1-15,9-8-2 16,3 0 1-16,10-7-1 31,4-9 1-31,4-10-1 16,4-8 0-16,4-8 0 16,-3-11 1-16,-1-4 0 15,0-4 0-15,-4-4 0 16,-9-7 1-16,-3 0-1 0,-10-4 1 15,-4-4-2-15,-12 0 1 16,-5 4-2-16,-4 0 1 0,-5 11-2 16,1 4 0-16,4 12-3 15,8 7 0-15</inkml:trace>
  <inkml:trace contextRef="#ctx0" brushRef="#br0" timeOffset="169512.1381">9875 8168 17 0,'-5'-4'8'0,"-8"12"-7"16,13-8 14-16,0 8-12 15,-4-5 1-15,0 1 2 16,-5 0 1-16,-4 0-8 16,1 0 0-16,-1-4 4 15,0 7 1-15,-4-7-4 0,0 12 1 0,-5-12-2 31,1-8 1-31,-5 1-2 16,-4-5 0-16,0 1 0 16,-4-1 1-16,-5 5 0 15,-3 7 1-15,3 7 0 0,1 8 0 16,8 5 0-16,0 10 1 16,8 8-1-16,9 8 0 15,5 3 0-15,8 1 0 0,13-8-1 16,4-1 0-16,13-10 0 15,0-8 1-15,4-8-1 16,0-11 0-16,-4-4-1 16,0-15 1-16,-4-1 0 15,-9-7 1-15,-4-3-2 16,-9-8 1-16,-4-8-5 0,-8 0 0 16,3-15 0-16,-8 3 1 15</inkml:trace>
  <inkml:trace contextRef="#ctx0" brushRef="#br0" timeOffset="169994.8197">10059 7354 28 0,'-5'7'14'0,"44"47"-23"0,-26-39 31 15,4 12-23-15,-4-1 1 16,-1 12 0-16,1 4 1 15,-4 8-1-15,-5 3 1 16,-4 8-1-16,-4 0 1 16,-5 0 0-16,1 3 0 15,-5 5 0-15,-4-8 1 0,0-4-1 16,4 4 1-16,0 0 0 16,4-12 0-16,5-7 0 15,4-8 0-15,9-3-1 16,4-9 0-16,8-3 0 15,9-7 0-15,4-8-1 16,0-4 0-16,5-4-2 0,-1-8 0 16,1-3-2-16,4-8 0 15,-5-3-5-15,-3-1 0 16,-1-7-1-16,0-4 1 0</inkml:trace>
  <inkml:trace contextRef="#ctx0" brushRef="#br0" timeOffset="170313.4031">9571 8001 42 0,'-5'7'21'0,"35"-10"-33"0,-13 3 48 16,9 3-34-16,13-3 1 16,3 4-3-16,10 4 1 15,-1 7-6-15,1 0 0 16,-1 1-4-1,5 3 0-15,8 0-3 16,-9-16 0-16</inkml:trace>
  <inkml:trace contextRef="#ctx0" brushRef="#br0" timeOffset="170761.0289">10910 8104 41 0,'-4'-8'20'0,"0"19"-31"0,8-7 43 16,-4 8-32-16,-4 3 1 15,0 0-1-15,-5 4 0 16,-4 4-4-16,-4 7 1 0,0-3-7 16,4 7 0-16</inkml:trace>
  <inkml:trace contextRef="#ctx0" brushRef="#br0" timeOffset="176898.7181">11309 7106 21 0,'0'-7'10'0,"4"11"-4"15,-4-4 8-15,4 3-12 16,-4-3 0-16,4 4 2 16,1 0 1-16,-1 4-7 0,0 7 0 15,1 4 4-15,-1 7 0 32,4 5-1-32,1 7 0 15,0 11-1-15,-1 9 1 0,5 2 0 16,0 17 1-16,4-5-1 15,0 8 0-15,-4 4 0 16,-5-5 1-16,1 5-1 16,-5-8 0-16,-4-7-1 15,0-4 0-15,-4-8-3 0,0-12 1 16,-1-7-7-16,1-15 1 16,13-15-2-16,-5-16 1 15</inkml:trace>
  <inkml:trace contextRef="#ctx0" brushRef="#br0" timeOffset="177351.3824">11685 7761 39 0,'9'19'19'0,"25"19"-30"16,-25-30 41-16,-1 11-30 15,5 0 0-15,0-4 0 16,4 4 1-16,0 0-2 16,9-8 1-16,0 1-1 15,-5-4 0-15,0-8 0 0,5-4 0 32,-5-8 0-32,5-7 0 0,-4-7-1 0,3-1 1 15,-8-7 1-15,0-1 0 16,-8 1-1-16,0 0 1 15,-9 0 0-15,-5 3 0 16,-3 1 1 0,-5 3 1-16,-4 4-1 15,0 12 0-15,0 3 1 16,-1 8 0-16,1 8 0 16,-4 11 1-16,4 8-1 15,0 18 1-15,0 16-1 16,4 0 1-16,8 8-1 15,1 14 1-15,4-7-3 0,0 1 1 16,4-5-4-16,5-7 0 16,4-16-8-16,0-11 1 15,8-11-3-15,5-20 1 0</inkml:trace>
  <inkml:trace contextRef="#ctx0" brushRef="#br0" timeOffset="177681.9716">12734 7651 28 0,'13'-23'14'0,"8"-11"-25"16,-21 18 25 0,0-10-15-16,-8-5 1 0,-1-3 0 15,-8-4 0-15,0 0 1 16,-4 4 1-16,-1 11 0 15,-3 4 1-15,-5 11 1 16,0 12 0-16,4 11 0 16,0 16 0-16,5 10-1 15,4 13 0-15,0 18-2 16,8-3 0-16,0 7-1 0,5-4 0 16,0 4-1-16,0 0 1 15,4-11-1-15,0 0 0 0,0-8-3 16,4-8 1-16,-4-7-7 15,4-4 1-15</inkml:trace>
  <inkml:trace contextRef="#ctx0" brushRef="#br0" timeOffset="177930.0589">12139 7974 34 0,'-8'4'17'0,"46"15"-27"16,-25-19 29-16,4 0-19 16,9 0 0-16,8 0-3 15,5-4 0-15,-1 0-3 16,1 1 1-16,12-5-3 15,-8-3 1-15</inkml:trace>
  <inkml:trace contextRef="#ctx0" brushRef="#br0" timeOffset="178284.4192">12952 7415 36 0,'0'0'18'0,"18"49"-30"16,-14-26 38-16,-4 4-28 16,0 11 1-16,-4 7 0 15,-1 5 1-15,-3 7 1 16,-9 0 0-16,-5-4-1 16,1 8 0-16,-5-8 1 31,-4 8 0-31,4-7-1 15,1-5 1-15,-1 1 0 16,5-5 0-16,4 1-1 16,8-8 1-16,5-4-1 15,4-3 0-15,8-8-2 0,5-8 1 16,9-4-2-16,-1-7 1 16,5-8-2-16,-1-7 0 15,-3-4-2-15,-5-8 0 16,-4 4-1-16,-5-8 0 0</inkml:trace>
  <inkml:trace contextRef="#ctx0" brushRef="#br0" timeOffset="178534.5602">12289 7803 42 0,'4'23'21'0,"43"-4"-34"16,-17 4 45-16,9-8-32 16,12 4 0-16,1 0-4 15,3 4 1-15,1-8 1 16,0 4 0-16,-5-8-5 31,0-7 0-31,5-8-3 16,12-11 0-16</inkml:trace>
  <inkml:trace contextRef="#ctx0" brushRef="#br0" timeOffset="178984.3675">12704 6227 37 0,'64'-4'18'0,"78"16"-28"0,-100-1 37 0,23 16-27 16,16 22 0-16,9 27 0 15,4 35 1-15,5 14-1 16,-5 31 0-16,-17 12-1 15,-13 15 1-15,-13 7-1 16,-21 4 1-16,-25 0-4 16,-31 4 0-16,-30 4-6 31,-16-12 1-31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1-16T22:58:18.5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7439 3167 3 0,'0'0'1'0,"4"-27"0"16,-4 27 1-16,0-7-2 15,0-1 1-15,0 8 1 16,0-8 0-16,-4 1-2 16,4-1 0-1,-5 8 2-15,5-7 1 16,-4 3 0-16,0 0 1 15,0 8-1-15,-1-4 1 16,1 7-1-16,0-7 0 0,-5 4-1 16,1 8 1-16,3-1-1 15,1 0 0-15,0-3-1 16,-1 7 0-16,1 1-1 16,0 3 1-16,4 3-1 15,-4 1 1-15,-1 4-1 16,1 15 0-16,0 0 0 0,4-1 0 15,-4 5 0-15,4 0 0 16,0 3 0-16,0-7 1 0,-5 8-1 16,5-12 0-16,0-4-4 31,0-4 0-31,9-14-3 16,4-16 1-16</inkml:trace>
  <inkml:trace contextRef="#ctx0" brushRef="#br0" timeOffset="703.6251">7880 3087 10 0,'-5'8'5'0,"14"-16"5"16,-9 4 5-16,0 0-13 16,0 4 0-16,0-7 0 15,0-1 0-15,0 8-4 0,0 0 1 16,4-7 2-1,0-1 0-15,5 0-1 16,0 1 0-16,-1-1 0 16,1 0 0-16,4 1 0 15,-1 3 0-15,1 4 0 0,0 4 0 16,-4 0 0-16,-1-1 0 16,-4 13 0-16,1-9 0 15,-1 5 0-15,-4 3 0 0,0 4 0 16,-4 4 0-16,-5 0 0 15,1 11 0-15,-5-4 0 16,0-3 0-16,-4-8 0 16,0 4 0-16,4-4 0 15,0-4 0-15,4-3 0 16,5 3 0-16,8 0-1 16,5-7 1-16,0 3-1 15,3 0 0-15,6-3-1 0,3 0 0 31,0 3 0-31,5-3 1 16,0 3 0-16,-1 1 0 0,1-5 1 16,0 8 0-16,-5-3 1 15,1-1 1-15,-1-3-1 16,-8-1 1-16,0 1-1 16,-9 7 1-16,-4-3 0 15,-9 3 0-15,-8 4-1 0,-8 0 1 16,-5 4-1-16,-5 0 0 15,-3 7-4-15,-1 1 0 16,1-1-4-16,4-7 1 16</inkml:trace>
  <inkml:trace contextRef="#ctx0" brushRef="#br0" timeOffset="11461.7268">7199 4058 11 0,'-4'-4'5'0,"25"0"-3"0,-17 0 6 0,5-3-8 16,-5-1 1-16,0-3 1 15,1 3 0-15,-5-4-2 16,0 1 0-16,0 3 1 16,0 1 1-16,0 3-1 15,0 4 0-15,0-8-1 16,0 8 1-16,8 0-1 0,1 0 0 15,-1 4 0-15,1 0 0 16,4 0 0-16,4 0 1 0,0 3-1 16,5 5 0-16,-1-1 0 15,5-3 1-15,-1-1-1 16,1 9 1-16,4-5 0 16,0 8 0-16,0 0-1 31,4-4 1-31,-4 4-1 15,4-3 1-15,1 3 0 0,3-4 0 16,1 0-1-16,-1 0 1 16,-4-3 0-16,5 3 0 15,-1 4 0-15,1-4 0 0,0 0-1 16,-1 1 1-16,1-1-1 16,-1 0 0-16,1-4 0 15,3 5 0-15,6-1 0 16,-1 8 0-16,0 3 0 15,4 5 0-15,0 3 0 16,-3-3 0-16,3 3 0 0,0-4 0 16,1 8-1-16,-1 0 1 15,-4 0 0-15,-4 0 1 32,4-3-1-32,-13-9 0 15,1 5 0-15,-1-5 0 0,0 1 0 16,-4-4 1-16,0-4-2 15,-4 0 1-15,-5-4-4 16,0 4 1-16,-3-7-4 16,-6-1 1-16</inkml:trace>
  <inkml:trace contextRef="#ctx0" brushRef="#br0" timeOffset="12012.1481">8577 4263 7 0,'5'-4'3'0,"8"1"2"16,-5 3 0-16,1 0-4 16,3 0 1-16,1 3 2 0,4 5 0 15,5 3-5-15,4 5 0 16,4 3 3-16,4 0 0 15,9 7-1-15,-1 5 0 16,1 3-1-16,4 0 1 0,-4-3-1 16,0-8 1-16,-5 3 0 15,-3 1 0-15,-1-8-1 32,-4 7 1-32,-4-6 0 15,-5-1 0-15,0 0-1 16,-3 0 1-1,-10 7-1-15,-4 1 1 16,-4 0-1-16,-8-1 1 16,-9 5-1-16,-9-1 0 15,-13 4 0-15,-8 4 0 0,-8 16-1 16,-14-5 0-16,-4 8-5 16,1-3 1-16</inkml:trace>
  <inkml:trace contextRef="#ctx0" brushRef="#br0" timeOffset="28506.9036">5153 3399 13 0,'0'0'6'0,"8"8"0"0,-8-4 7 0,0-1-13 16,0 1 1-16,-8 4 1 15,8-4 0-15,-5-4-2 16,5-4 1-16,0 4 0 16,-12-4 1-16,3 0-1 15,-8 4 1 1,0-4-2-16,-5 8 1 15,-8-8-1-15,5-3 0 16,-14 3-1-16,5 4 1 16,-5 0 0-16,5 8 0 0,0 3 0 15,8 4 0-15,-4 4 0 16,13-4 0-16,4 4 0 16,13 8 1-16,0 4-1 15,17 3 1-15,5 0-1 16,3 12 1-16,1 3-1 15,0-3 0-15,0 0 0 0,-5-8 1 16,-4 7-2-16,-4-14 0 16,-13-1-3-16,0 1 1 15,0 3-2-15,-17-7 1 0,0-8-1 16,-5-4 0-16,-3-8 1 16,-5-10 0-16,8 3 4 15,1 0 0-15,8-8 2 16,9-3 1-16,12-5 0 15,9 1 0-15,9-8 0 32,-5-7 1-32,22-4-1 15,4-4 1-15,5-12-3 0,-1 4 1 16,0 1-4-16,-3-5 0 16,-14 8-4-16,0 8 1 0</inkml:trace>
  <inkml:trace contextRef="#ctx0" brushRef="#br0" timeOffset="30373.9463">5722 3981 7 0,'0'0'3'0,"-4"8"0"0,4-8-1 0,0-4-2 16,0 4 0-16,0 0 0 16,-5-4 0-16,5 4-1 15,-4 0 1-15,0 0 0 16,4 0 1-16,0 0-1 16,0 0 0-16,4-7 0 15,5 7 1-15,-1-4-1 0,5 4 1 16,0-4-1-16,0-3 0 15,-5 7 0-15,1-8 0 16,0 4 0-16,-1 4 0 0,-4 0-1 16,5-7 1-16,0 7 0 15,-1-4 0-15,1 0-1 16,-5 4 1-16,0-4 0 16,5 4 0-16,-1 0 0 31,1 0 1-31,-5-4-1 15,0 1 1-15,1-5-1 0,-5 8 1 16,8-8 0-16,-8 8 0 16,0 0 0-16,5-7 1 15,-5 7-2-15,4-4 1 0,-4 4 0 16,0 0 0-16,0 0 0 16,0 0 0-16,0-4-1 15,-4 0 0-15,4 4 1 16,0 0 0-16,-5 4-1 15,1-4 1-15,0 4 0 16,-1-4 0-16,1 4 0 0,0 0 0 16,0-1-1-16,-1-3 1 15,1 8-1-15,-5-4 1 16,1 3-1-16,4 1 0 0,-5 0 0 31,1-5 0-31,-1 1 0 16,5 4 0-16,-5-1 0 15,1 1 1-15,-1 0-1 16,0-1 1-16,1 8-1 16,-14-3 0-16,1-1 0 15,0 5 0-15,-1-5 0 0,1 8 0 16,-1 0 0-16,1 0 0 16,0 0 0-16,-1-4 0 15,-3-3 1-15,-1-1 0 0,-4 4-1 16,0 1 1-16,0 3-1 15,0 3 1-15,0-2 0 16,0-1 0-16,-4-4-1 16,-5 0 0-16,1 0 0 15,-1 4 1-15,-4 0-1 16,-4 4 0-16,5 4 0 0,-1-8 0 31,4 4 0-31,-4-1 1 16,1 1-1-16,-1-4 1 0,4 0-1 15,5 0 0-15,0 0 0 16,4-3 1-16,0 6-1 16,-4-2 0-16,4-1 0 15,-13 3 0-15,0 1 0 16,-17 0 1-16,13 4-1 16,4-1 0-16,0-3 0 0,-4-4 1 15,0 0-1-15,0 0 1 16,0 4-1-16,0 0 1 15,-5 4 0-15,1-5 1 16,0 5-2-16,-5 0 1 0,5-4-1 16,4-4 0-16,0-8-3 15,8 4 1-15,5-15-6 16,8 0 1-16</inkml:trace>
  <inkml:trace contextRef="#ctx0" brushRef="#br0" timeOffset="30759.6223">4014 4217 25 0,'-21'23'12'0,"16"31"-17"0,-3-39 20 16,-1 4-15-16,-4 7 0 15,-4 1 1-15,-8 11 0 0,-5 0-1 16,0 0 0-16,-5 4-1 31,-3 0 0-31,-5 8 0 16,0 3 0-16,0-8-1 15,5-3 1-15,-1 4 0 16,5-4 0-16,8 0 2 16,14 0 1-16,12-1 0 15,17-2 0-15,21-1 0 0,26 0 0 16,22-12-3-16,25-3 0 16,22-4-5-16,-13-19 0 0</inkml:trace>
  <inkml:trace contextRef="#ctx0" brushRef="#br0" timeOffset="39014.7982">4095 6650 7 0,'5'-8'3'0,"7"-11"2"0,-12 19 3 0,0 0-5 16,0 0 0-16,0 0 0 15,0 0 1-15,9 0-6 31,-5 8 1-31,5 3 3 16,-5 0 0-16,5 5-2 16,-1 6 0-16,5 9 0 0,0 3 1 15,4 4-1-15,0 0 0 16,5 4 0-16,8 0 1 16,4 0-1-16,4 0 0 0,-8 7 1 15,13 5 0-15,-13 3-1 16,4-12 1-16,-4 5-1 15,0 3 1-15,-4 4-1 16,0-4 1-16,4 1-1 16,-9 7 0-16,0-12 0 15,1 1 0-15,-5 3-1 16,0-4 1-16,-4 5-4 0,-5-5 1 16,-3 4-2-16,-5-7 0 15</inkml:trace>
  <inkml:trace contextRef="#ctx0" brushRef="#br0" timeOffset="39660.0122">4707 7335 9 0,'18'15'4'0,"16"-4"-3"0,-21-3 4 0,0 0-3 0,-1 3 0 31,1 4 3-31,0 12 1 16,0 0-7-16,0-5 0 0,0 13 4 15,-5-1 1-15,5 4-2 16,-4 0 1-16,-1-4-2 15,1 0 0-15,-5 1 0 0,0-1 0 16,1-4-1-16,-5 1 0 16,4 3 0-16,0-7 1 15,0-4-1-15,-4-1 0 0,0-6 0 16,0-1 1-16,0-4-1 16,-4-3 0-16,0 0 0 15,-5-5 1-15,1 1-1 31,-5 0 1-31,-9 0-1 16,-3 0 0-16,-1-1 0 16,-17 1 1-16,0 4 0 0,-4 7 0 15,-17 0-1-15,-9 4 1 16,5 0-2-16,-5 4 1 16,0 0-6-16,5-4 1 15,8 4-2-15,9-8 0 16</inkml:trace>
  <inkml:trace contextRef="#ctx0" brushRef="#br0" timeOffset="47238.7095">4112 9204 19 0,'-21'3'9'0,"12"-6"-14"16,9-1 21-16,-4 4-15 15,0 4 1-15,-9 3 1 16,4 1 0-16,1-1-4 16,-1 9 1-16,1 3 1 15,-1 0 1-15,5 7-1 16,-9 5 0-16,0 3-1 0,-4 12 0 16,4-4 0-16,-4 3 0 15,4 5 0-15,-8-1 1 16,-5 1 0-16,5 11 0 15,-1-4-1-15,5-4 1 16,-4 0 0-16,4 1 0 16,-13-5-1-16,4 4 0 15,0-3 0-15,9-8 0 16,9 0-1-16,-5-4 1 16,0-4-2-16,5-4 1 0,3 1-2 15,1-1 1-15,8-3-1 16,-4-4 1-16,5 3-2 15,3-3 1-15,5 4-2 16,0-8 1-16,0 4-1 31,8-8 0-15</inkml:trace>
  <inkml:trace contextRef="#ctx0" brushRef="#br0" timeOffset="62681.6419">4292 11902 10 0,'0'-15'5'0,"5"11"-1"0,-5 4 5 0,0 0-7 16,-5 0 0-16,5 0-1 16,0 0 1-16,0 0-3 0,0 0 0 15,13-7 1-15,0 3 1 16,0-4-1-16,0 0 0 16,-1 1-1-16,6 3 1 15,-6 0 0-15,6 0 0 0,-1-3 0 16,4 3 1-16,0-4-1 15,1 5 1-15,-1-1 0 16,5 0 0-16,-13 4 0 16,4 0 1-16,0 4-1 15,9 0 0-15,-9-1 0 16,4 1 0-16,1 0-1 16,3 0 1-16,1 7-1 31,0-3 0-31,-1 7 0 15,1 0 1-15,-5 4-1 0,1 4 0 0,-1 0 1 16,5 4 0-16,0-1 0 16,8-3 0-16,-13 4-1 15,5 3 1-15,4 1 0 16,0 3 0-16,0 0 0 16,0 4 0-16,8 0-1 15,-16 0 0-15,3 4 0 0,1-4 1 31,-4-3-1-31,3 6 0 16,1 1 0-16,0 0 0 16,-1 4 0-16,1-4 1 0,0 0-1 15,4 3 0-15,-9 5 0 16,0-5 1-16,9 5-1 16,-12-1 0-16,7 5 0 15,-3-5 1-15,3-3-1 16,5-4 1-16,0 0 0 15,-4-4 0-15,0 0 0 0,-1 0 0 16,14 0 0-16,-18-4 0 16,5 4 0-16,0 4 0 15,-5 0-1-15,0 4 0 0,1 3 0 16,4 4 1-16,-1 8-1 16,1-11 0-16,4 7 0 31,-4 4 0-31,-1 0 0 15,1-4 0-15,0 0 0 16,-5 7 0-16,0-10 0 16,1-9 1-16,-9-10-1 0,0-1 0 15,-1-4 0-15,1 1 0 16,-4-5 0-16,-1 1 0 16,1 7 0-1,-1-3 0-15,-3-5-3 16,-1-7 1-16,5 1-7 15,3-5 1-15</inkml:trace>
  <inkml:trace contextRef="#ctx0" brushRef="#br0" timeOffset="63467.617">6612 13379 22 0,'-29'27'11'0,"3"-5"-11"31,22-18 12-31,-5 4-12 0,0 7 1 15,-3 0 1-15,-1 12 0 16,4 0-3-16,1 7 1 0,-1 0 1 16,5 4 0-16,4 8-1 15,4 0 0-15,5 7 0 16,3 4 0-16,1 0-1 16,4 4 1-16,1 11-1 15,-1-3 1-15,0 3-1 16,4 0 1-16,1-3-1 15,8 3 1-15,0 4-1 0,-1-3 1 16,1-5-1-16,-4-3 1 16,-4-4-1-16,-5-4 1 15,0-12 0-15,-4-6 1 0,-5-9 0 16,-8-7 0-16,-4 0-1 16,-5-8 1-16,-3-4 0 31,-10-7 1-31,-8 0-2 15,-8 0 1-15,-1-12 0 16,-8 4 0-16,-9-11 0 16,-8 0 0-16,-4 0 0 0,-1-1 1 15,-4 1 0-15,1 0 0 16,7 4-1-16,-3-8 1 16,4-1-1-16,-1 5 1 15,6-4-2-15,-6 4 1 0,10 0-1 16,3 0 0-16,5-1-2 15,13 5 0-15,13 0-4 16,8-5 1-16,8 1-4 16,18-4 1-16</inkml:trace>
  <inkml:trace contextRef="#ctx0" brushRef="#br0" timeOffset="65668.2811">7751 14574 12 0,'-21'8'6'0,"-13"-35"-5"16,21 23 6-16,-4 4-5 15,-9 0 1-15,-4 8 3 16,-9-1 0-16,-8 1-7 0,9 11 1 15,4 4 4-15,-1 0 0 0,5 3-2 16,5 5 1-16,3 7-3 16,5 0 0-16,4 4-1 15,5 0 0-15,3 0-1 16,10 3 1-16,3 5 0 31,14-1 0-31,8-7 0 16,4 8 1-16,4-1-1 0,-3 1 1 15,7-9 0-15,-7 1 0 16,8 4-1-16,-14-4 1 16,-3-4 0-16,-4 4 1 0,-10-4-1 15,-3-4 0-15,-9-3 0 16,-9-5 1-16,-3-7-1 16,-10-7 1-16,-4-5-1 15,-8-3 0-15,-9-12 0 16,5 1 1-16,-1-1-1 15,5-7 0-15,4-4 1 0,4 4 0 16,5-4 0-16,4 0 1 16,4-4-1-16,5 0 0 15,-1 4-1 1,0-11 1-16,5-1-1 16,0-7 0-16,4 4-1 15,0-4 1-15,8-4 0 16,1-4 0-16,4 0 0 15,4-3 1-15,4-4-1 16,5-4 1-16,4 0 1 16,0 3 0-16,0-3 0 0,0-4 0 15,-4 8-1-15,-5 0 1 16,0 7-2-16,-8 4 1 16,-4 8-4-16,-5 0 1 0,-4 7-7 15,-13 4 0-15</inkml:trace>
  <inkml:trace contextRef="#ctx0" brushRef="#br0" timeOffset="74074.6545">6056 5352 1 0,'-17'7'0'0</inkml:trace>
  <inkml:trace contextRef="#ctx0" brushRef="#br0" timeOffset="74574.9982">6065 5291 17 0,'0'0'8'0,"0"7"-4"0,0-7 8 0,0 0-11 16,4 0 0-16,0 0 2 15,5-3 1-15,-1 3-5 16,1 0 0-16,-1 0 2 16,5-4 1-16,-4 4-2 15,-1 7 1-15,1 1-2 16,4 0 1-16,4 7 0 0,-9 4 0 15,10 0 0-15,-1 0 0 16,13 0 0-16,0 0 1 16,8 8 0-16,5-5 0 15,0-2-1-15,-5 2 1 0,-4 1 0 16,1 4 0-16,-1-1-1 31,5 5 1-31,-1-4-1 16,1-1 0-16,-1 1 1 15,5 0 0-15,0-5 0 16,8 1 1-16,5 4-1 16,-5 3 0-16,0-3 0 0,-3 0 0 15,-6 3-2-15,1 4 1 16,-9-7 0-16,1 7 0 16,-5 4 0-16,0-7 0 0,-5-1 0 15,1-7 0-15,0 0-2 16,-1 0 1-16,-3-1-4 15,-1-2 0-15,-4-9-3 16,-4-3 0-16</inkml:trace>
  <inkml:trace contextRef="#ctx0" brushRef="#br0" timeOffset="75026.3243">7323 5572 17 0,'-21'-11'8'0,"21"7"-9"15,0 4 12-15,0 0-10 16,0 0 0-16,0 4 2 16,0 0 0-16,0 7-4 31,4 8 1-31,0 8 2 15,5 0 0-15,-1 11-1 16,5 4 1-16,4-1-2 0,0 5 1 0,1-4-1 16,-1 4 1-16,0-5-1 15,0 1 0-15,0 4 0 16,4-4 0-16,1-4 0 31,-1 0 0-31,-4-4-1 16,5-3 1-16,-9-1 0 15,0-3 0-15,-9-1 0 0,0-3 0 16,-8 0 0-16,-9 0 1 16,-21 4-1-16,-9 7 1 0,-8-4-1 15,-9 1 0-15,-9-1-1 16,1-3 1-16,-9-4-5 16,8 0 1-16,13 7-3 15,5-11 1-15</inkml:trace>
  <inkml:trace contextRef="#ctx0" brushRef="#br0" timeOffset="75893.654">8898 7647 10 0,'-4'0'5'0,"4"0"-5"0,0 0 6 0,-4-4-3 16,0 4 1-16,-1 0 1 16,-3 0 0-16,-1 4-7 15,1 3 1-15,-1 1 3 16,1 0 1-16,-1 3-2 16,0 0 0-16,5 1-1 31,0-1 1-31,4 5 0 15,0-9 0-15,4 8-1 0,5 4 0 16,-1 4 0-16,5-8 1 16,4 8-1-16,0 4 0 15,0-8-1-15,13 4 1 0,0 0 0 16,0 3 0-16,0 1 0 16,5 0 0-16,3-1 0 15,1 5 0-15,-5 3 0 16,4-4 0-16,5 1 0 15,0 3 1-15,4 4-1 0,9 4 1 16,-9-4 0-16,-4 8 0 16,-5 3-1-16,5-3 0 15,-4 0-1-15,-9-5 0 16,-5 1-5-16,-8-11 1 0,-4-1-1 16,-13-11 0-16</inkml:trace>
  <inkml:trace contextRef="#ctx0" brushRef="#br0" timeOffset="76310.6282">9502 7673 25 0,'-4'0'12'0,"34"16"-18"15,-17-9 25-15,-1 5-20 16,6 3 1 0,-1 4 0-16,4 8 1 15,1 7-1-15,-1 0 1 16,5 8-1-16,-1 0 1 0,-3 4-1 15,-1 3 1-15,0 4-2 16,1 1 1-16,-9 3-1 16,-5 4 1-16,-3-12-1 15,-5 1 1-15,-5-1 0 16,-3-7 1-16,-9 0 0 16,-5-4 0-16,-12-8 1 0,-9-3 0 15,-12-4-1-15,-10-8 0 16,-7-4-3-16,-1-7 0 15,-4 0-5-15,12 0 0 16</inkml:trace>
  <inkml:trace contextRef="#ctx0" brushRef="#br0" timeOffset="77194.6339">11583 9535 16 0,'-26'-42'8'0,"13"11"-5"0,13 20 9 0,-4 0-10 16,0-8 1-16,-5-1 2 15,0 1 1-15,1 4-7 16,-1 4 1-16,1-1 5 16,3 5 0-16,1-1-2 0,0 8 1 15,8 4-2-15,5 7 0 16,4 8-1-16,8 12 1 15,5 11-2-15,8 3 1 16,4 5-1-16,5 7 1 0,0 8-1 16,4 3 0-16,0-3 0 15,0 3 1-15,-4 5-1 32,0 3 0-32,-5-4-1 15,1 0 1-15,-5-3-1 16,0-8 0-16,-8-4-3 0,0-8 0 15,-5 1-5-15,-4-20 1 16,-4 1-2-16,0-27 1 16</inkml:trace>
  <inkml:trace contextRef="#ctx0" brushRef="#br0" timeOffset="77594.9377">12426 9508 29 0,'-13'0'14'0,"17"23"-22"15,5-12 29-15,-5 1-22 16,0 3 1-16,1 4 1 16,-1 8 0-16,5 7-1 0,-1 15 1 15,5 8-1-15,4 8 1 16,-4 0-1-16,8 7 0 15,-3 0-1-15,-6-3 0 16,1 0-1-16,0-5 1 16,0 1 0-16,0-4 1 15,-5 4-1-15,-3-12 1 16,-5-4 0-16,-5-7 1 16,-12-8 0-16,-9-3 1 0,-12-4 0 15,-13-5 0-15,-18-6 0 16,-4-5 0-16,-8-3-3 15,-13-1 1-15,4-7-5 16,-4 4 0-16,4 0-4 16,4 0 1-16</inkml:trace>
  <inkml:trace contextRef="#ctx0" brushRef="#br0" timeOffset="78777.1141">12216 12066 18 0,'-8'-8'9'0,"16"-11"-12"0,-8 12 13 15,0-1-10-15,0-3 1 16,-4 3 1-16,0 0 1 15,-5 1-3-15,5 3 0 16,-5 4 2-16,5 4 0 0,0-1-1 16,-1 1 0-16,5 4-1 15,0 0 1-15,5 7-1 16,3 0 0-16,5 4 0 16,8 4 1-16,9 7-1 15,9 1 1-15,4-1-1 0,8 1 1 16,5-1-1-16,4 1 1 15,8 3-1-15,1 4 0 0,-1-4 0 16,1 4 1-16,8 4-1 16,0 4 1-16,0-4-1 15,0 3 0-15,-4 1 0 16,-1 0 1-16,-3-1-1 31,-5 5 0-31,-8-1 0 16,-1 5 1-16,1 6 0 0,-5-6 0 15,-3 10-1-15,-1 1 1 16,-5 4-1-16,1 3 1 16,-8 8-1-16,-5-8 0 15,-9-3 0-15,0-5 0 0,-4-3 0 16,1-4 0-16,-6-11-3 16,1-8 1-16,-4-4-5 15,-1-3 0-15</inkml:trace>
  <inkml:trace contextRef="#ctx0" brushRef="#br0" timeOffset="79613.1127">14228 12641 28 0,'0'19'14'0,"22"19"-20"0,-18-35 24 16,4 9-17-16,1-1 0 16,-5 8 3-16,1 8 1 0,-1 11-5 15,0 0 0-15,0 8 2 16,1 7 1-16,-1-3-2 16,0 3 1-16,-4 8-2 0,0-4 1 15,-4 0-1-15,4 4 0 16,0-4 0-16,0 4 0 15,0-4 0-15,0 0 1 16,0 0-1-16,4-4 0 0,-4-3 0 16,5-8 0-16,-1 3-1 15,0-10 1-15,0-1 0 16,1 4 0-16,-5-4 0 31,0-3 0-31,0-9 0 16,-5 1 0-16,1-4 0 15,0 4 0-15,-5-8 0 0,-4-3 1 16,1-1-1-16,-6 4 1 16,-7-3 0-16,-5-4 0 15,0-1 0-15,-9 1 0 0,-4-4 1 16,1 3 0-16,-5 1 0 16,-5-4 0-16,5-1-1 15,-9 1 1-15,5 0-1 16,0 4 0-16,4-5-1 15,0 5 0-15,-1 3-1 16,6 5 0-16,3-5-2 0,9 4 0 31,4-3-3-31,5 3 1 16,8-4-7-16,13 1 1 16</inkml:trace>
  <inkml:trace contextRef="#ctx0" brushRef="#br0" timeOffset="80595.2087">14819 13961 30 0,'-4'16'15'0,"25"-28"-20"0,-8 8 23 0,8 0-18 16,-4-3 0-16,-4-1 1 16,0 1 0-16,0 3 0 15,0 0 1-15,0-4 0 16,0 5 1-16,-1-1-1 16,1-4 0-16,0 4 0 15,0 4 1-15,4 0-2 0,0-3 0 16,0 6 0-16,5 1 0 15,-5 0 0-15,8 0 0 0,-3-4 0 32,-1 4 0-32,1 3-1 15,-1-3 0-15,0 4 0 16,1 3 1-16,-5 4-1 16,0 1 0-16,0-1 0 15,-4 8 1-15,-4-4-1 16,-9 7 0-16,-5 5 0 15,-3-1 0-15,-5-3 0 0,-4 7 0 16,-9-3-1-16,-4-5 1 16,-4-3-1-16,-9-4 0 15,0-4 1-15,5-3 0 16,4-1-1-16,4 0 0 16,4-3 1-16,5-4 0 0,3 0-1 15,6 0 1-15,3-1-1 16,5-3 1-16,4 0-1 15,8 0 0-15,1 4-1 16,4 0 1-16,8 0 0 0,5 7 0 16,-1 1 0-16,1 3 0 31,0 0 0-31,-1 4 1 16,1 4 0-16,4 4 0 0,-4 3 0 15,-5 0 1-15,-4 1-1 16,-4 3 1-16,0-7 0 15,-4-1 0-15,-9-3-1 16,-5 0 1-16,-3 4-1 16,-5-8 1-16,-8-4 0 0,-14 0 1 15,-8 0 0-15,1 1 0 16,-10-1 1-16,-8 4 0 16,0 0 0-16,-8 4 0 15,8-8-1-15,0 4 1 0,0-4-3 16,0 1 0-16,5-1-3 15,7-4 0-15,6-7-5 32,7-4 0-32,5-11-5 15,9-16 0-15</inkml:trace>
  <inkml:trace contextRef="#ctx0" brushRef="#br0" timeOffset="81014.1696">15521 13691 29 0,'-21'23'14'0,"16"-12"-20"16,5-7 23-16,0 4-14 16,0 3 0-16,5 8 3 15,-1 4 0-15,4 0-7 16,1 3 0-16,4 13 4 15,0 6 1-15,4 9-2 0,0 18 0 16,4 4-1-16,5 12 0 16,0 10 0-16,-9 9 1 0,-4-4-1 15,-5 0 0-15,1-8-2 16,-9-8 0-16,0-14-10 16,0-20 0-16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1-16T23:08:52.8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2096 11613 24 0,'22'7'12'0,"16"-41"-16"0,-29 27 20 16,3 3-16-16,1 0 1 15,0-4 1-15,0 8 1 16,8-3-4-16,-3 3 1 16,3 3 1-16,5 5 0 0,-1 0-1 15,5 3 1-15,0-3-1 16,4-1 0-16,1 1 0 15,3 3 1-15,5 1-1 16,8-5 0-16,-3 1 1 16,11 0 1-16,-7-1-1 15,3-3 1-15,-3 0-1 0,8 0 1 16,-13-1 0-16,-4 1 0 16,-1-4-2-16,-7 4 1 15,-10 0-1-15,1 0 0 0,-17 3-5 16,-5 5 1-16,-17 7-5 15,-13 0 1-15</inkml:trace>
  <inkml:trace contextRef="#ctx0" brushRef="#br0" timeOffset="13628.2912">4254 12294 22 0,'-13'-4'11'0,"4"8"-14"0,9-8 19 15,-4-3-15-15,0 11 0 16,-5-4 1-16,5 0 1 16,0 0-3-16,4 0 0 15,-9 0 2-15,9 0 1 16,0 0-1-16,9 0 1 16,-1 3-1-16,5 1 0 0,0-4-1 15,4 0 0-15,4 4-1 16,9-4 1-16,0 0-1 15,9-4 1-15,-1-3 0 16,1 3 0-16,4-8-1 16,8 5 1-16,-4-8 0 15,5 11 0-15,-5-4 0 16,0 0 0-16,0 1 0 16,4-1 1-16,1 8-1 15,3-4 1-15,-3 1-1 0,3 6 0 16,-3-6 0-16,8 3 0 15,-5-4-1-15,1 8 1 16,-5-1-1-16,1 5 0 0,-5 0 0 16,0-1 1-16,0 1-1 15,0 3 1-15,0 1-1 16,0-5 1-16,4 1 0 16,1 0 0-16,-14-1-1 15,1 1 0-15,-1-1-3 16,-3 1 1-16,-5 0-5 0,-5 3 1 31,-12 0-6-31,0 1 1 16</inkml:trace>
  <inkml:trace contextRef="#ctx0" brushRef="#br0" timeOffset="24482.1581">11762 8933 18 0,'9'8'9'0,"0"-19"-4"16,-9 11 10-16,0 0-12 15,4 0 1 1,4-4 2-16,1 4 1 15,-9 0-8-15,0 0 0 16,0 0 5-16,8 0 0 16,5 0-2-16,-4 4 0 0,4-4-2 15,4 0 1-15,0 0-1 16,4-4 0-16,5-4 0 16,8-3 0-16,5 3 0 15,4-7 0-15,-5-4 0 16,5 0 1-16,0-4-1 15,0 0 1-15,-1 0-1 0,-3 0 1 16,-1-3-1-16,1-1 0 16,-5 0-1-16,0 1 1 15,-8-5-1-15,-4 5 1 0,-5 7 0 16,-4 4 0-16,-1 3 0 16,1 1 1-16,-13 11-1 31,0 0 1-31,0 3 0 15,0 5 0-15,5 7-1 16,-1 8 1-16,-4-4-1 16,0 4 1-16,0 0-1 0,0 3 0 15,0 1 0-15,4 11 0 16,-4-4 0-16,4 5 1 16,-4 2 0-16,0 5 0 15,0 4-1-15,0 3 1 16,-4 4-1-16,4 0 1 0,0-4-1 15,0 1 1-15,0-9-1 16,0 5 0-16,0-5 0 16,0 1 0-16,0-8-1 15,4-4 1-15,-8-3-2 0,0-4 0 16,-5-5-3-16,1-6 1 16,-1-5-3-16,1-3 1 15,-1-5-5-15,9-10 0 16</inkml:trace>
  <inkml:trace contextRef="#ctx0" brushRef="#br0" timeOffset="24935.8141">12024 9531 14 0,'17'-12'7'0,"25"-14"-8"0,-29 18 7 16,-4 1-1-16,4-5 1 16,0 8 2-16,4 1 1 0,0 3-12 15,0 0 1-15,4 0 7 16,1 7 1-16,-1 1-3 16,9-1 0-16,0 1-1 15,9 3 1-15,3 1-1 16,10-5 0-16,-1 1-1 15,9 0 1-15,9 3-2 0,-1-7 0 16,5 7 0-16,0 1 0 16,-1-5-1-16,-7 1 1 15,-1 0-5-15,-13-1 1 16,-4 1-6-16,-17-4 1 16</inkml:trace>
  <inkml:trace contextRef="#ctx0" brushRef="#br0" timeOffset="48469.1277">12503 9957 1 0,'-9'-7'0'0</inkml:trace>
  <inkml:trace contextRef="#ctx0" brushRef="#br0" timeOffset="48853.8645">12456 9946 12 0,'8'11'6'0,"-3"-30"0"0,3 15 7 16,-3 8-11-16,3-4 0 0,1 4 1 16,-1 4 0-16,1-1-4 15,-1 1 0-15,1 3 2 16,4-3 1-16,0 3-1 15,4-3 0-15,0-1-2 0,0 1 1 16,4 3 0-16,1-3 0 16,4 7 0-16,-1 4 0 15,5-3 0-15,4 3 0 16,1 3 0-16,-1-3 1 0,4-3-1 16,5 7 0-16,0-1 0 31,4-3 1-31,5 0-1 15,-10 0 0-15,-3 1 0 16,-5 2 0-16,-4 5 0 16,0 3 0-16,-4 9 0 0,-5-1 1 15,-4 0-1-15,0 3 0 16,0-2 0-16,-4-5 0 16,0 0 0-16,-4-3 0 0,-5-5-1 15,-4-3 0-15,-4 0-6 16,-1 3 1-16</inkml:trace>
  <inkml:trace contextRef="#ctx0" brushRef="#br0" timeOffset="50217.3579">13655 10585 25 0,'-22'-4'12'0,"44"16"-22"0,-14-20 20 0,1 4-10 16,-1-3 1-16,5-1 3 16,-4-3 0-16,-1 3-3 15,-4 1 1-15,1-1 1 16,-1 4 1-16,-4 4-1 15,4 0 1-15,5-8-3 16,-1 8 1-16,5-3-2 0,4-5 0 16,1-3 0-16,3-1 0 15,0 1 0-15,-4 3 1 0,5 1 0 16,-1 3 0-16,1 0 1 16,-1 4 0-16,0 4 0 31,1 0 1-31,4-1-1 15,-5 9 1-15,5 3-1 16,-5 4 0-16,-4 8-1 16,-4-1 0-16,-4 5-1 0,-1-1 1 15,-4-3-1-15,-4 0 1 16,-4-1-1-16,-4-3 1 16,-1 4 0-16,-4-1 0 15,-4 1 0-15,-4 3 0 16,-5-7-1-16,5-4 1 0,-5-3-1 15,0-1 1-15,-4 0-1 16,-8 0 0-16,3 0 0 16,-7 1 0-16,3 3 0 15,5 0 0-15,0 4 0 16,-1-1 0-16,1-3 0 0,4 4 0 16,0 8 0-16,0 3 0 31,5 4-1-31,-1-4 1 15,0 1 0-15,5-9 0 0,4 5-1 16,0-5 1-16,4 1 0 16,0-4 0-16,4-8 0 15,5 0 0-15,0 0-1 16,4 1 1-16,0-9 0 16,4 12 0-16,0-7 0 0,5-1 0 15,-1-7 0-15,1 0 0 16,0 3 0-16,3-3 1 15,1-4-1-15,4 4 1 16,0-4 0-16,5 0 0 0,-1 0 0 16,1-4 0-16,-1 4 0 31,0 0 0-31,5-4 0 16,0 4 1-16,8 0-1 15,0 0 0-15,-8-3-1 16,4 3 1-16,0 3-1 0,0-3 0 15,-4 4 0-15,-1 0 0 16,1-4-1-16,0 8 1 16,-1-8-1-16,1 0 1 15,4 0-1-15,0 0 1 0,0-4 0 16,0 0 0-16,0 0-1 16,-4 4 1-16,-1-7 0 15,-3 7 0-15,-5 0 0 16,0-4 0-16,-4 4 0 15,0 4 0-15,-5-1 0 0,-4 1 0 16,-4 4 0-16,-4 3 0 16,0-3-1-16,-9 3 1 15,4 1-1-15,1-5 0 16,-1 1-2-16,1-1 1 0,-1-3-5 16,-4 0 1-16,1 0-7 15,-10 0 1-15</inkml:trace>
  <inkml:trace contextRef="#ctx0" brushRef="#br0" timeOffset="74936.556">14618 11129 9 0,'0'-15'4'0,"21"-30"-7"0,-12 33 5 16,-5-3-1-16,0 0 0 0,1-1 5 15,-1 1 0-15,0 4-6 16,-4 3 1-16,0 8 2 16,0 0 1-16,0 4-1 15,4 4 1-15,1 3-3 16,3 4 0-16,1 1-1 15,4 3 1-15,-1 3 0 0,6-6 0 16,3 3-1-16,0 7 1 31,5 1-1-31,0 0 1 16,4-1-1-16,0-3 1 16,0 4 0-16,0-1 0 15,0 1 0-15,0 3 1 0,-5-3-1 16,5 7 1-16,0 1-1 15,0 6 1-15,0-6-1 16,-4-1 1-16,0 0-1 16,-1 4 1-16,1-3-1 15,0-1 0-15,-1-4-1 0,5 5 1 16,0 6-1-16,0 1 1 16,-4-4 0-16,0 0 0 0,-1-7 1 15,-3 3 0-15,-5-3 0 16,-4-1 0-16,-1 0-1 15,-3 5 1-15,-5-9-2 16,-4 1 1-16,0-4-4 16,-4 0 0-16,-5-12-5 31,1-3 1-31,-5-8-4 16,0-8 1-16</inkml:trace>
  <inkml:trace contextRef="#ctx0" brushRef="#br0" timeOffset="75973.1131">15829 11643 28 0,'-4'0'14'0,"4"19"-19"15,0-15 25-15,0 0-20 16,-4 0 0-16,-1 0 4 15,5-1 0-15,0 1-4 0,0-4 1 16,-4 0 1-16,4 4 1 16,0 0-1-16,0-4 1 0,4 0-3 15,9 0 1-15,0 0-1 16,4 0 0-16,0-4-1 16,0 4 1-16,1 0 0 15,3 0 1-15,0 4-1 16,1 0 1-16,3 3 0 15,1 5 0-15,0-1 0 0,4 4 0 16,-9 1 0-16,1-1 0 16,-1 4-1-16,-4 4 0 31,-4 7 0-31,0-7 1 16,-5 0-1-16,-3 3 1 0,-5-3-1 15,-5 4 0-15,-3-1 0 16,-9 1 1-16,-5 0-1 15,-3-4 0-15,-5-4 0 16,-5-4 0-16,5 0 0 16,-4 4 0-16,-9-7-1 0,1 3 1 15,-1-4 0-15,0 1 0 16,4 3-1-16,5-4 1 16,4-3 0-16,9 3 0 0,4-7 0 15,4 0 1-15,4 4-1 16,5-1 0-16,4-7 0 15,4 4 1-15,9 0 0 32,4 3 0-32,5-3-1 15,-1 0 0-15,9 4 0 16,4-1 1-16,1 1-1 0,-1 3 0 16,0 4 0-16,0 8 0 15,1 0 1-15,-1 4 0 16,0 3-1-16,-4-3 0 0,0 7 0 15,-9 0 0-15,-4 4 1 16,-4-3 0-16,-4-5-1 16,-5 4 1-16,-4-3 0 15,-4-1 0-15,-5-3 0 16,-4 7 1-16,-4-7-1 16,-4-1 1-16,-9-3-1 0,4 0 1 15,1-8 0-15,-5-3 0 16,-9-1-1-16,-4-7 0 15,-8 0 0-15,0 0 0 16,-9-4 0-16,-9 0 1 0,-8-8 0 16,0 4 0-16,-13 4 0 15,-4 0 0-15,4 4-2 16,-4 4 0-16,4-1-9 31,9 5 1-31,12 3-8 16,5-23 0-16</inkml:trace>
  <inkml:trace contextRef="#ctx0" brushRef="#br0" timeOffset="129098.6926">23972 8020 18 0,'0'11'9'0,"12"-18"-8"15,-12 7 9-15,0 0-9 16,0 3 1-16,0-3 1 15,0 4 0-15,-8 0-4 16,4 0 0-16,-1 0 3 16,-3-1 0-16,3 1-1 0,1 0 0 15,-4 0 0-15,-5 0 1 16,4 3 0-16,1-3 0 16,-1-4 0-16,0 0 0 15,-3 0 0-15,3 0 0 0,0 0-1 16,-3-4 1-16,-1-3-2 15,0-1 1-15,-4 0-1 16,0-7 1-16,0 0-1 16,-5-4 1-16,5 0-1 15,0 0 0-15,0 0 0 0,-5 4 0 32,1 7-1-32,0-3 1 15,-5 7 0-15,-4 0 0 16,0 8-1-16,-4 3 1 0,-1 5 0 15,1 7 0-15,4 0-1 16,-8 4 1-16,-5 3 0 16,9 5 0-16,4 7-1 15,0 0 1-15,4-4 0 16,5 4 0-16,4 4-1 16,4 0 1-16,0 0 0 0,4-4 0 15,5 4 0-15,0-4 0 16,-1 0 0-16,10-4 0 15,3-3-1-15,5-8 0 16,0 7 0-16,8-11 0 16,1-8 0-16,3-3 1 0,1-4 0 31,0-4 0-31,4 0 1 16,0-4 0-16,4 0 0 15,0 4 1-15,1-7-1 16,-1-1 0-16,4-3-1 15,-3-1 1-15,3-7-1 0,5 4 1 16,0-4-1-16,4 0 0 16,-4 0 0-16,-5 0 0 0,-4-4 0 15,-4 0 0-15,-4 0-1 16,-5 0 1-16,-3 1 0 16,-6-1 0-16,-3 0-1 15,0 4 1-15,-5-4-1 16,4 4 1-16,-3 0-1 15,-5-8 1-15,0 4 0 0,0 8 0 16,0 0 0-16,0 7 1 16,0-3-1-16,0 3 1 0,-5 5-1 15,-3 6 1-15,4 5-1 32,-1 0 0-32,-3 3 1 15,-1 4 0-15,5 0 0 16,-5 8 0-16,5 8 0 15,0-1 0-15,-5 1 0 16,1-1 0-16,-1 8-1 16,5 0 1-16,-5 4-1 0,1 8 1 15,-1-1-1-15,0 4 1 16,1 1-1-16,4 7 0 16,-1-1 0-16,1 1 1 15,0 0-1-15,4 0 0 0,0-4 0 16,4 4 0-16,-4-4 0 15,4-7 1-15,1-1-1 16,-1 1 0-16,-4 3 0 31,0-11 1-31,0 4-1 16,0-12 0-16,-4 0 0 0,-5-7 1 16,5-4-3-16,0-8 0 15,-5-4-3-15,0-3 0 16,5-8-6-16,4 4 1 0</inkml:trace>
  <inkml:trace contextRef="#ctx0" brushRef="#br0" timeOffset="132633.7043">23411 9283 13 0,'-9'12'6'0,"9"-4"-6"16,0-8 6-16,0 0-4 16,0 0 1-16,0 0 2 15,0 3 0-15,0 5-6 16,0-8 0-16,0 0 4 0,0 8 0 15,0-1-1-15,-4 1 0 16,0 3-1-16,-1-3 1 16,1-1-1-16,0 5 1 15,-1-1-1-15,-3 1 1 0,4-1-1 16,-1 1 0-16,-3 3 1 16,-1 4 0-16,1 0-1 15,-1 4 1-15,-4-1-1 16,0 5 1-16,1 4 0 15,-6-1 0-15,-12 8-1 16,1 12 0 0,-10-1-1-16,0 1 1 15,1 3-1-15,-5-4 1 16,0 5-1-16,-4 3 1 0,0 4-2 16,0-12 1-16,4 1-2 15,5-5 0-15,-1-7-2 16,9 0 1-16,5-7-4 15,3-8 0-15,1-1-2 16,8-6 0-16</inkml:trace>
  <inkml:trace contextRef="#ctx0" brushRef="#br0" timeOffset="133535.3731">22657 10486 19 0,'0'-7'9'0,"5"-20"-10"16,-5 19 15-16,0-3-15 16,-5 0 1-16,-3-1 1 15,-5 1 1-15,0-5-1 16,-13 9 0-16,-4 3 1 0,-4 4 0 15,-4 4 0-15,-1 11 0 16,1 0-1-16,-1 1 0 16,0 6-2-16,5 5 1 0,0 3-1 15,8 5 1-15,13 3 0 16,9 0 0-16,8-4 0 16,9 8 0-16,0 0 0 15,9 4 1-15,8-8-2 16,-1 7 1-16,1 1 0 31,5 0 0-31,-5 3-1 16,0 1 1-16,-5 7 0 0,-3-8 1 15,-14-3-1-15,1-1 0 16,-9-6 0-16,-4-9 1 0,-5-3-1 16,-4-8 0-16,-4-8-1 15,-4-3 0-15,-1-1 0 16,-8-7 0-16,5 0 0 15,3-11 1-15,5 3 0 16,0-7 1-16,4-8 1 16,5 0 0-16,3-3 0 0,1-1 1 15,4-3-1-15,0-5 1 16,4-3-2-16,5-7 1 16,4 3-1-16,8-15 1 0,0-4-2 15,5-4 1-15,4-3-1 16,4-5 0-16,-4 9-2 15,0 3 0-15,0 4-3 32,-4 7 1-32,0 4-5 15,-1 12 1-15</inkml:trace>
  <inkml:trace contextRef="#ctx0" brushRef="#br0" timeOffset="134115.0422">22148 11057 34 0,'4'12'17'0,"5"3"-21"0,-9-11 31 0,-9-1-25 15,1 9 0-15,-5 3 1 31,-4-4 1-31,-9 12-5 16,0-4 1-16,1 12 2 0,-5 3 0 16,-5 8-1-16,-3 4 1 15,-5-1-2-15,-4 9 0 16,4 10 0-16,0 1 0 0,0-8-1 16,5-4 0-16,4 4-3 15,4-7 0-15,4-8-7 16,9-8 1-16,8-7-1 15,-8-23 0-15</inkml:trace>
  <inkml:trace contextRef="#ctx0" brushRef="#br0" timeOffset="134819.6659">20996 11777 36 0,'9'11'18'0,"-5"-7"-21"0,0 0 37 16,-4-1-33-16,9 1 1 15,-5 0-1-15,5 0 0 32,-1 0-2-32,1 7 1 0,4 0 0 15,-5 5 1-15,5-1-2 16,0 0 1-16,4-3-1 16,0-1 1-16,0 4-1 15,5 0 1-15,-1-3 0 16,-4-1 0-16,0-3-1 0,1-1 1 15,-6 1 0-15,1 3 0 16,0 1 0-16,0-1 0 16,-4 5-1-16,-5-5 1 0,0 4 0 15,-4-3 0-15,0 7-1 16,-4 7 0-16,-5 9 1 16,1-1 0-16,-1 8-1 31,-4 0 1-31,-4 3 0 15,4-11 0-15,-8 24 0 16,-1-1 0-16,5-4-1 0,-4 8 0 16,0 0 0-16,-1 3 1 15,-4-3-2-15,5 0 1 16,0 4-3-16,4 0 0 16,4-16-5-16,4 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1-16T23:11:44.1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22015 780 8 0,'13'4'4'0,"13"-15"0"15,-18 11 4-15,1-4-5 16,4 0 0-16,-1 4 2 15,1 4 0-15,0-4-6 16,-4 0 0-16,-1-4 4 16,1 8 1-16,4-4-2 0,-5 0 0 15,-3 4-1-15,-1-4 1 16,0 4-1-16,0-1 1 16,-4 5-1-16,0 0 0 15,5-5 1-15,-1 1 0 16,-4 8-1-1,0-12 0-15,0 11 0 16,-4-3 1-16,-1 3-1 16,-3 1 0-16,-1-1-1 15,1 0 0-15,-9 5 0 16,4-5 1-16,0 0-1 16,0 1 0-16,0-1 0 0,0 5 0 15,1-5 0-15,-1-7 0 16,0 7 0-16,0-7 0 0,0 4 0 15,0-5 1-15,5 1-1 16,-5 0 1-16,4 4-1 16,-4-1 0-16,1 5-1 15,-1-1 1-15,-4 0-1 16,0 1 1-16,-1-8-1 31,1 3 0-31,0-3 0 0,0 4 1 16,0-1-1-16,0-7 0 15,4 4 0-15,0 4 1 16,5-8 0-16,-1 4 0 0,0-4-1 16,1 7 1-16,4-3 1 15,-1 4 0-15,5-1-1 16,0 1 1-16,0-4-1 16,0 3 1-16,9-3 0 15,-1 0 0-15,1-4-1 16,4-8 0-16,0 1 0 0,8-1 0 15,1-7 0-15,-1 3 0 16,0-7 0-16,1 0 0 16,-1 4 0-16,5-4 0 15,4 8 0-15,4-12 0 16,5 0-1 0,-1-4 1-16,1 5-1 15,-1-1 1-15,5 4 0 16,-9 3 0-16,5-6-1 15,-5 3 1-15,-4 0 0 16,-9-1 0-16,1 1-1 0,-5 8 1 16,-4 3 0-16,-5-3 0 15,1 11-1-15,-5 0 1 16,0 4 0-16,-4 3 0 0,5-7 0 16,-5 4 0-16,-5-8 0 15,1 8 1-15,0 0-1 16,-5 0 1-16,-4-4-1 15,-4 7 0-15,0-7 0 16,-4 8 1-16,-1 0-1 16,-3-1 0-16,-1-3 0 0,0 4 1 15,-4-8-1-15,0 0 1 32,-4 4-1-32,4 3 1 15,0-7-1-15,0 8 0 0,5-1 0 16,-1 1 1-16,-4 3-1 15,4 1 1-15,1-1-1 16,-1 1 0-16,4-1 0 16,1 0 0-16,0 1 0 15,4-1 0-15,-1 5 0 16,1-5 0 0,0-3 0-16,4 7 0 15,5 0 0-15,-1 0 0 16,1 8 0-16,-1 0 0 0,5 7 0 15,-5-3 1-15,1 3-2 16,-1 1 1-16,9-1 0 16,-4-3 0-16,4 0 0 15,0-5 0-15,0 1-1 16,4-7 1-16,0 6 0 16,5-14 1-16,-1 0-1 31,1-5 0-31,0 5 0 0,3-8 0 15,1 0 0-15,0-8 0 16,21 5 0 0,1-5 0-16,-1 0 0 15,0 1 0-15,5-8-1 16,3 3 1-16,6 1 0 16,-6-1 1-16,1 1-1 15,4-1 0-15,-8 5 0 0,-1-1 0 16,-3 4 0-16,-5 4 0 15,-5 4-1-15,1 4 1 16,-5-1 0-16,-4 1 0 16,1 3-1-16,-6 12 1 0,-3-4 0 15,0 8 0-15,-5-4 0 32,-4 3 0-32,-4-3 0 15,-1 0 0-15,-3 0 0 16,-1 0 1-16,-4 0-1 15,0-4 0-15,-4 4 0 16,0-1 1-16,-4-3-1 16,-5-3 1-16,0 3-1 15,1-4 0-15,-5 0 0 0,0-11 1 16,-4 4-2-16,-5-5 1 0,5 1 0 16,-5-4 0-16,1 0 0 15,-5-4 0-15,-8 1 0 16,-5 3 1-16,-4 0-1 15,-13 3 0-15,-12 5-4 16,3 15 1-16,-3 0-6 16,8-8 0-16</inkml:trace>
  <inkml:trace contextRef="#ctx0" brushRef="#br0" timeOffset="4687.9273">21737 1991 8 0,'-4'-4'4'0,"8"0"5"0,-4 4 4 16,0 0-11-16,0 0 1 0,0-7 0 16,0-1 0-16,-4 12-4 15,-1-4 0-15,1 4 2 16,-5-1 1-16,-3 5-2 31,3 0 1-31,-4 3-1 16,-4 0 0-16,0 5 0 15,0 3 0-15,-5 4 0 16,1-4 0-16,-5-4 0 0,-4 4 1 16,0 4-1-16,-4 3 0 15,0 1 0-15,0 3 1 16,-1 1-1-16,1 3 1 0,0 8-1 15,0-8 1-15,-1 1-1 16,5-1 1-16,1-4-1 16,-6-3 1-16,5-1-1 15,0-3 0-15,0-4-1 16,0 4 0-16,0 0-2 16,5 0 0-16,-5-4-3 0,8-4 0 15</inkml:trace>
  <inkml:trace contextRef="#ctx0" brushRef="#br0" timeOffset="5672.0667">20435 2695 16 0,'9'-4'8'0,"38"0"-7"0,-38 1 10 16,8 3-10-16,-4-4 0 16,-5 0 2-16,5 0 1 0,0-3-4 15,0 7 0-15,0 0 2 16,4-4 0-16,-4 0 0 15,4 4 0-15,-4 0-2 16,-1 0 1-16,6 8-1 16,-6-1 0-16,1-3 0 15,0 4 1-15,0 3-1 0,0 4 1 16,-5 0 0-16,1 8 0 16,-1-4-1-16,-3 8 1 0,-5-4-1 15,0 3 1-15,0 1-1 16,-5 0 1-16,1-1-1 15,-4-3 0-15,-5-4 1 32,0 0 0-32,-4 8 0 15,0-4 0-15,-5 0-1 16,5-4 1-16,-4-4-1 0,-5 0 1 16,5 0-1-16,-1-7 0 15,5 7 0-15,0-3 0 16,4-9 0-16,5 1 0 0,-1 0 0 15,5 0 0-15,-1 3 0 16,5-3 0-16,5 4-1 16,3-1 1-16,1 1 0 15,4-8 0-15,4 8-1 16,-4-1 1-16,4 1-1 16,4-4 1-16,1 3 0 0,3 1 0 15,5 3-1-15,-4 1 1 16,0-1 0-16,-1 1 0 15,-3-1 0 1,-1 0 1-16,-4 5-1 16,-4-1 0-16,-4 4 0 15,-5-4 1-15,-4 4 0 16,-4-4 0-16,-5 1-1 16,-4-5 0-16,-8 4 0 15,-1 0 0-15,-3-7 0 16,-5 0 1-16,0-1-1 0,-4 1 1 15,-5-4-1-15,-8 3 1 16,-9-3-1-16,-4 0 1 0,-12 7-1 16,-14 5 0-16,5 3-2 15,-9 3 0-15,-9 5-7 16,1-4 0-16</inkml:trace>
  <inkml:trace contextRef="#ctx0" brushRef="#br0" timeOffset="11692.2131">22704 1313 17 0,'0'0'8'0,"39"31"-7"16,-26-27 8-16,8 3-9 15,1 5 1-15,-1-1 2 16,0 8 0-1,1-4-3-15,-1 1 0 16,1-1 2-16,-1 8 1 0,-4-1-1 16,-4 13 0-16,8-1-2 15,-4 8 1-15,1 3-1 16,3 5 0-16,5 3-1 16,4-3 1-16,4-5 0 15,-4 1 0-15,0 4 0 16,0-5 0-16,4 1 0 0,0 3 1 15,1 1-2-15,-5-1 1 16,4 5 0-16,-4 3 1 16,-5 4-1-16,-3-4 0 15,-1 0 0-15,-4-12 0 0,0 1-1 16,-4 0 1-16,0-1-4 31,0-3 1-31,-4-11-3 16,3-5 0-16</inkml:trace>
  <inkml:trace contextRef="#ctx0" brushRef="#br0" timeOffset="12443.8294">24057 2843 13 0,'47'12'6'0,"22"-16"-7"0,-52 0 7 16,4 0-3-16,5 4 0 0,4-7 2 15,4-1 0-15,0 1-7 16,1 3 0-16,3 0 4 16,-4 8 0-16,-4-4-2 31,-8 4 1-31,-1 3-1 16,-4-3 1-16,-4 0-1 15,0 3 0-15,-4 5 1 16,-5-1 0-16,0 4 0 0,-4 1 0 15,0 3 0-15,-4 0 0 16,0 4 0-16,-9 3 0 0,0 1 0 16,-9-4 1-16,1 3-1 15,0 1 1-15,-5 11-1 16,-4 0 0-16,0-4 0 16,0 4 0-16,0 1-1 15,-4 6 1-15,0-3-1 16,-1-4 1-16,1 4 0 0,0 0 0 15,4 7-1-15,0-7 1 16,4 8-1-16,1-8 0 16,3 3 0-16,5-3 0 0,0 0-1 15,-4-4 0-15,3 4 1 16,1-12 1-16,0-3-2 16,4 0 0-16,5-5-8 31,-1-3 1-31</inkml:trace>
  <inkml:trace contextRef="#ctx0" brushRef="#br0" timeOffset="15494.2196">20427 3749 12 0,'-9'12'6'0,"-3"3"-5"0,7-23 6 0,1 8-5 16,0 0 0-16,-5 8 2 15,1 0 0-15,-5-1-5 16,0 1 0-16,0 3 3 16,-8 8 1-16,4-4-2 15,-1 1 1-15,-7 10-1 16,-1-3 0-16,-4 4 0 15,0-1 1-15,-4 5-1 0,-5 3 0 32,1 4-1-32,4-4 1 15,-5 5-1-15,0-1 1 0,1 3-1 16,-5 1 0-16,0 0 0 16,1 8 1-16,3-5-1 15,-4-3 0-15,9 0 0 16,0-4 0-16,4-4-1 15,0-7 0-15,4 3-5 16,5-7 0-16,4-11-1 0,-1-1 1 16</inkml:trace>
  <inkml:trace contextRef="#ctx0" brushRef="#br0" timeOffset="16246.143">18980 4861 24 0,'-9'-16'12'0,"35"28"-17"0,-17-8 24 15,-1-4-18-15,1-4 1 16,4-4-1-16,-1 4 1 16,1 1-3-16,4 3 1 15,1-8 1-15,3 0 0 16,-4 1-1-16,9-1 1 0,-1 1-1 31,-3 10 0-31,-1-3-1 16,5 0 1-16,0 4 0 15,-1 8 0-15,1-1 0 16,0-3 0-16,-5 3 0 16,-4 8 0-16,-4 4 0 15,-4 4 1-15,-9 3-1 16,-5 4 0-16,-3 4 0 0,-1 0 0 15,-4 4-1-15,-4-7 1 16,0-9-2-16,-4 5 0 16,-5-5 0-16,-4-3 1 0,0-8-1 15,0 1 0-15,-4-5 0 16,4-7 1-16,4-4 0 16,1 4 0-16,7-1 0 15,6-3 0-15,3 0 1 16,5-7 0-16,4-1 0 0,4-3 1 15,9 3 0-15,4 8 1 16,0 0-1-16,13-4 1 31,-4 4-1-31,-1 0 1 16,5 4-2-16,5 0 1 16,3 0 0-16,9 7 0 0,5 4 0 15,-1 12 0-15,5 7 0 16,-5 8 0-16,0 0-1 15,-8 0 0-15,-4 0-7 16,-5-4 1-16,-8-8-1 16,-22-18 0-16</inkml:trace>
  <inkml:trace contextRef="#ctx0" brushRef="#br0" timeOffset="33475.3139">19322 5687 17 0,'-12'11'8'0,"3"0"-6"0,5-11 8 0,-1 4-8 16,-3 0 0-16,-1 0 0 15,1 0 1-15,-5 0-4 16,0 3 0-16,-4 5 2 15,4-1 1-15,-8 8-2 16,-5 8 1-16,-4-1-2 16,-17 9 1-16,8 3 0 0,-3 15 0 15,-10 4 0-15,-3 0 0 16,-5 8-1-16,4-1 1 31,-4 9 0-31,4-1 0 16,-3 4 0-16,-1-7 0 0,0-1-1 15,8 1 0-15,5-12-5 16,9-11 1-16</inkml:trace>
  <inkml:trace contextRef="#ctx0" brushRef="#br0" timeOffset="34344.6773">17786 7388 19 0,'30'-19'9'0,"38"-19"-10"16,-51 26 14-16,0-3-13 15,5-4 1-15,-1 0 1 16,-4 4 0-16,9-4-2 16,0 4 0-16,-1-1 1 15,1 5 0 1,-5 0 0-16,1 7 0 16,-5 8 0-16,-4-1 0 15,0 9-1-15,-5 7 1 0,-4 4 0 16,1 3 0-16,-5 9 0 15,0 3 1-15,-5 7-2 16,1-3 1-16,0 4-1 16,-5 7 1-16,1-3-1 15,3-1 0-15,1 8-1 16,0 0 1-16,0 0 0 16,-5-7 0-16,1 3-1 0,-1-7 1 15,0-4-1-15,1-8 0 16,-1-4-3-16,1-7 1 15,-1-7-4-15,-4-9 0 0</inkml:trace>
  <inkml:trace contextRef="#ctx0" brushRef="#br0" timeOffset="34624.5218">17649 7860 18 0,'-13'23'9'0,"17"22"-7"0,0-41 14 16,9 4-15-16,4 0 1 16,0 3 1-16,9 0 0 15,4 1-3-15,4 3 0 32,1 4 3-32,3 0 0 15,9 4-1-15,5 0 1 0,3-4-2 16,5 4 1-16,0-8-3 0,4 0 1 15,-4-4-4-15,4 1 1 16,-4-8-6-16,0-16 0 16</inkml:trace>
  <inkml:trace contextRef="#ctx0" brushRef="#br0" timeOffset="42901.1263">21116 3852 8 0,'30'30'4'0,"9"-14"-2"0,-27-9 5 0,1 5-6 15,0 3 1-15,0 8 1 16,0 0 0-16,-5 3-4 16,1 9 1-16,0-1 1 15,-1 8 1-15,5 3 0 31,0 5 0-31,4 11-1 16,4 0 1-16,1-4-1 0,-1 0 0 16,1-4-1-16,-1-3 1 15,0-1-2-15,1-11 0 0,-5-11-4 16,-4-4 0-16</inkml:trace>
  <inkml:trace contextRef="#ctx0" brushRef="#br0" timeOffset="43684.1749">21694 5051 1 0,'0'19'0'0</inkml:trace>
  <inkml:trace contextRef="#ctx0" brushRef="#br0" timeOffset="43884.199">21561 5272 10 0,'-21'26'5'0,"21"-3"-5"15,0-23 6-15,0 4-5 16,4 4 1-16,5 3 1 0,-1-3 1 16,5 3-4-1,13-7 0-15,8 7 3 16,5 1 0-16,8-5-2 15,0-3 1-15,-4 4-3 16,-1-1 1-16,1 1-4 16,0-8 1-16,0 4-2 15,0-12 0-15</inkml:trace>
  <inkml:trace contextRef="#ctx0" brushRef="#br0" timeOffset="44250.103">21745 4952 21 0,'-38'34'10'0,"34"-22"-14"16,4-8 20-16,4 3-16 16,0 1 1-16,0 7 1 15,5 4 1-15,0 11-3 16,3 9 0-16,1 6 1 16,0 8 1-16,0 16-1 15,-4 7 0-15,-1 4-1 0,-4 15 1 16,-4 8-1-16,-4 15 0 15,0-4-1-15,0-3 0 16,-1-5-4-16,5-11 0 16,5-11-2-16,-5-16 1 0</inkml:trace>
  <inkml:trace contextRef="#ctx0" brushRef="#br0" timeOffset="47235.8246">24027 4396 3 0,'-8'-3'1'0,"3"-20"35"16,40-42-36-16,-74 118 1 16,35-64 1-16,-1 3 0 15,-3 4 0-15,4 1-3 32,-1 3 1-32,-3 3 1 15,4 1 1-15,-1 4-2 0,1-1 1 16,0 1-1-16,4 3 1 15,0 1-1-15,4 3 1 0,5 8-1 16,12 4 0-16,5-1 0 16,8 9 0-16,9-5 0 15,4 4 1-15,17 8-1 16,0 4 0-16,0-1 0 16,-8 1 0-16,-5 0 0 15,-3 7 0-15,-1-3-1 16,4 14 1-16,9-3-1 0,-9 0 0 15,1-8-4-15,-5 4 1 16,-4 1-2-16,4-9 0 16</inkml:trace>
  <inkml:trace contextRef="#ctx0" brushRef="#br0" timeOffset="48169.7165">24597 5717 9 0,'-56'23'4'0,"5"19"-3"0,46-23 3 0,1 0-4 31,4 4 0-31,9 7-1 0,-1 12 1 0,5 7-1 32,0-10 1-32,4 18-1 15,4 4 0-15,-4 3 1 16,9 1 0-16,-5 0-1 15,1-1 1-15,-1 5 0 0,-4-4 1 16,-4-5 0-16,-4-2 0 0,-1-9 0 16,-3-3 0-16,-10-8 0 15,1-4 0-15,-4-7-1 16,-5-12 1-16,-4-4 1 16,-1-11 1-16,1-15-1 15,-4-4 0-15,0-8 0 16,-5-11 1-16,9 8 0 0,4-4 0 15,4-1-2-15,5-3 1 16,4 0-1-16,9 0 0 31,3 0 0-31,1 0 1 16,4-4-1-16,5-3 0 0,-1 3 0 16,5-4 0-16,0 0-1 15,-1-3 1-15,-3 7-1 16,-1-4 0-16,-4 8 0 15,-4-4 1-15,0 12 1 16,-5-4 1-16,-3 15-1 0,-5 3 0 16,0-3-2-16,0 8 1 15,-5 3-3-15,1 1 1 16,-4 3-6-16,-1 0 1 0,-4 0-3 16,0-3 1-16</inkml:trace>
  <inkml:trace contextRef="#ctx0" brushRef="#br0" timeOffset="51220.727">23886 4354 9 0,'0'0'4'0,"-9"-3"4"0,9 3 4 0,-4 0-10 16,-5 3 0-16,1 1 1 16,-1 0 0-16,-8 7-4 15,4 1 0-15,-4-4 3 16,0 3 1-16,0 4-2 15,0 0 1-15,-4 8-1 16,-5 0 0-16,4 8 0 0,-3 3 0 16,-1 4 0-16,-4 19 0 15,-4-4-1-15,0 8 1 16,-5 4-1-16,5 0 0 16,0 11 0-16,4-12 1 0,0 1-2 15,8-8 0-15,5 0-2 31,4-11 0-31,0-4-4 16,9-19 1-16</inkml:trace>
  <inkml:trace contextRef="#ctx0" brushRef="#br0" timeOffset="52041.3479">23188 5877 19 0,'-21'15'9'0,"8"12"-12"0,9-27 13 16,-5 4-10-16,0 3 1 15,1 5 0-15,-5-1 1 16,0 4-2-16,-4 1 0 0,0 3 1 16,0 3 0-16,4 13-1 15,0-1 1-15,0-4-1 16,0 5 0-16,5 3-1 16,-1 4 1-16,5-4-1 15,0 0 0-15,0 4 0 31,-1 3 0-31,5 1-1 0,0-8 1 32,22 4-1-32,3-4 0 15,1-8 0-15,-5-7 0 16,9-4 0-16,0-4 0 0,0-7 1 16,0 0 0-16,0-8 0 15,4-8 1-15,1-3 0 16,-1-1 0-16,0-3 0 15,5-4 1-15,-9-4 0 16,-5 4 0-16,1-8 0 0,-5 5 1 16,-3 3 0-16,-6 0 0 15,-3-1 0-15,-5 1 0 16,-4 0 0-16,-8 0 0 16,-5 8-1-16,-4 3 1 15,-5 5-1 1,1 6 0-16,-9 5 0 15,4 0 1-15,1-1-1 16,-1 12 1-16,5 4-1 16,-1 4 1-16,-4 3-1 15,1 12 0-15,-5 4-1 16,4 11 0-16,0-8-4 16,1-7 0-16,20-4-3 0,5-23 1 15</inkml:trace>
  <inkml:trace contextRef="#ctx0" brushRef="#br0" timeOffset="53474.7731">24434 7156 25 0,'-22'45'12'0,"22"-33"-13"0,0-4 13 0,0-1-11 15,0 1 1-15,-4 3 1 16,0 1 0-16,4 3-4 15,0 0 0-15,0 4 2 16,4-4 1-16,5 8-2 0,-1 8 1 16,1 10-1-16,4 1 1 15,0 8-1-15,-1-1 0 16,1 5 0-16,4 3 0 16,-4 4 0-16,4-4 0 0,0-8-1 15,-4 1 0-15,-4-12-2 31,4-8 0-31,4-7-5 16,-4-12 1-16</inkml:trace>
  <inkml:trace contextRef="#ctx0" brushRef="#br0" timeOffset="54343.0767">24943 8267 22 0,'9'0'11'0,"4"-7"-12"16,-13 7 16-16,8-8-14 16,-3-3 0-16,-1-5 1 15,0-3 1-15,-4 0-4 16,0 0 1-16,0-4 1 0,-4 1 1 15,0 3-1-15,-5-4 0 16,0 0-1-16,-3 4 0 0,-6 0 0 16,-3 4 0-16,-5 3-1 15,-8 12 1-15,0 0-1 16,-5 4 0-16,1 11 0 31,-1 4 0-31,1 12-1 16,3-1 1-16,6 4-1 15,3-3 1-15,13 3 0 0,9 4 0 16,4-4 0-16,8 1 0 16,1-5 0-16,4-7 1 15,12-4 0-15,1-4 0 16,4-7-1-16,9-12 1 0,-1-7 0 16,5-12 1-16,0 4-1 15,0-8 0-15,-1-7 0 16,1-8 1-16,-4 0-1 15,-1 0 1-15,5 8-1 16,-4 0 0-16,-10 3 0 16,-3 5 1-16,-4 3 0 0,-1 8 1 15,-8-1-1-15,0 5 1 16,-5 11 0-16,-3 4 0 16,-1 7-1-1,-4 1 1-15,0 3-1 16,0 8 0-1,0 30-1 1,-4 4 1-16,-1 4-1 16,-3 0 1-16,-5 0-1 15,-4 7 0-15,0 1-1 0,4 7 1 16,0 8 0-16,-4-8 0 16,4 0-2-16,-4-4 1 15,0-7-1-15,-5 0 1 16,1-16-4-16,4-18 0 15,0-20-2-15,-9-15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21C38-A0CB-8842-94D6-0BC4CE401819}" type="datetimeFigureOut">
              <a:rPr lang="en-US" smtClean="0"/>
              <a:t>2/26/2015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95E86-EE5C-AE47-AB91-ACA9AF0FC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60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B124CCF6-5C28-4006-828E-2425B0D5BE82}" type="datetime1">
              <a:rPr lang="en-US" smtClean="0"/>
              <a:pPr/>
              <a:t>2/26/2015</a:t>
            </a:fld>
            <a:endParaRPr lang="en-US" smtClean="0"/>
          </a:p>
        </p:txBody>
      </p:sp>
      <p:sp>
        <p:nvSpPr>
          <p:cNvPr id="4505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62B47E-7266-4C42-8217-A9AD27EA4F12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4506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1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98861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562ACD44-6515-4439-B0FC-0F48A639E12C}" type="datetime1">
              <a:rPr lang="en-US" smtClean="0"/>
              <a:pPr/>
              <a:t>2/26/2015</a:t>
            </a:fld>
            <a:endParaRPr lang="en-US" smtClean="0"/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A17656-AAB9-4E81-9289-20E5C895A828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89636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562ACD44-6515-4439-B0FC-0F48A639E12C}" type="datetime1">
              <a:rPr lang="en-US" smtClean="0"/>
              <a:pPr/>
              <a:t>2/26/2015</a:t>
            </a:fld>
            <a:endParaRPr lang="en-US" smtClean="0"/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A17656-AAB9-4E81-9289-20E5C895A828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29987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562ACD44-6515-4439-B0FC-0F48A639E12C}" type="datetime1">
              <a:rPr lang="en-US" smtClean="0"/>
              <a:pPr/>
              <a:t>2/26/2015</a:t>
            </a:fld>
            <a:endParaRPr lang="en-US" smtClean="0"/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A17656-AAB9-4E81-9289-20E5C895A828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33470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562ACD44-6515-4439-B0FC-0F48A639E12C}" type="datetime1">
              <a:rPr lang="en-US" smtClean="0"/>
              <a:pPr/>
              <a:t>2/26/2015</a:t>
            </a:fld>
            <a:endParaRPr lang="en-US" smtClean="0"/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A17656-AAB9-4E81-9289-20E5C895A828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983938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562ACD44-6515-4439-B0FC-0F48A639E12C}" type="datetime1">
              <a:rPr lang="en-US" smtClean="0"/>
              <a:pPr/>
              <a:t>2/26/2015</a:t>
            </a:fld>
            <a:endParaRPr lang="en-US" smtClean="0"/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A17656-AAB9-4E81-9289-20E5C895A828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17796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562ACD44-6515-4439-B0FC-0F48A639E12C}" type="datetime1">
              <a:rPr lang="en-US" smtClean="0"/>
              <a:pPr/>
              <a:t>2/26/2015</a:t>
            </a:fld>
            <a:endParaRPr lang="en-US" smtClean="0"/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A17656-AAB9-4E81-9289-20E5C895A828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77940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562ACD44-6515-4439-B0FC-0F48A639E12C}" type="datetime1">
              <a:rPr lang="en-US" smtClean="0"/>
              <a:pPr/>
              <a:t>2/26/2015</a:t>
            </a:fld>
            <a:endParaRPr lang="en-US" smtClean="0"/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A17656-AAB9-4E81-9289-20E5C895A828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21942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562ACD44-6515-4439-B0FC-0F48A639E12C}" type="datetime1">
              <a:rPr lang="en-US" smtClean="0"/>
              <a:pPr/>
              <a:t>2/26/2015</a:t>
            </a:fld>
            <a:endParaRPr lang="en-US" smtClean="0"/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A17656-AAB9-4E81-9289-20E5C895A828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63857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562ACD44-6515-4439-B0FC-0F48A639E12C}" type="datetime1">
              <a:rPr lang="en-US" smtClean="0"/>
              <a:pPr/>
              <a:t>2/26/2015</a:t>
            </a:fld>
            <a:endParaRPr lang="en-US" smtClean="0"/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A17656-AAB9-4E81-9289-20E5C895A828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1821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562ACD44-6515-4439-B0FC-0F48A639E12C}" type="datetime1">
              <a:rPr lang="en-US" smtClean="0"/>
              <a:pPr/>
              <a:t>2/26/2015</a:t>
            </a:fld>
            <a:endParaRPr lang="en-US" smtClean="0"/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A17656-AAB9-4E81-9289-20E5C895A828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65978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562ACD44-6515-4439-B0FC-0F48A639E12C}" type="datetime1">
              <a:rPr lang="en-US" smtClean="0">
                <a:solidFill>
                  <a:prstClr val="black"/>
                </a:solidFill>
              </a:rPr>
              <a:pPr/>
              <a:t>2/26/2015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A17656-AAB9-4E81-9289-20E5C895A828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073715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C24AD6CA-71F2-49CC-90F2-4DE823ACF61C}" type="datetime1">
              <a:rPr lang="en-US" smtClean="0">
                <a:solidFill>
                  <a:prstClr val="black"/>
                </a:solidFill>
              </a:rPr>
              <a:pPr/>
              <a:t>2/26/2015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247FAE-5710-4A65-A7B1-CFFBF93CF01C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91537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CEA180A9-DA2A-43D0-9422-4467DBE74465}" type="datetime1">
              <a:rPr lang="en-US" smtClean="0">
                <a:solidFill>
                  <a:prstClr val="black"/>
                </a:solidFill>
              </a:rPr>
              <a:pPr/>
              <a:t>2/26/2015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4915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CE0740-7F61-4920-AE24-5F97796BC97D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491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13411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F85F9349-9513-477A-BA85-1BE66610EC39}" type="datetime1">
              <a:rPr lang="en-US" smtClean="0">
                <a:solidFill>
                  <a:prstClr val="black"/>
                </a:solidFill>
              </a:rPr>
              <a:pPr/>
              <a:t>2/26/2015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120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2CEA88-5C11-443B-B23F-CB381477AE0E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74255" y="4343704"/>
            <a:ext cx="5030391" cy="4113893"/>
          </a:xfrm>
          <a:noFill/>
          <a:ln/>
        </p:spPr>
        <p:txBody>
          <a:bodyPr/>
          <a:lstStyle/>
          <a:p>
            <a:r>
              <a:rPr lang="en-US" dirty="0" smtClean="0"/>
              <a:t>This should look a _lot_ like binary search!</a:t>
            </a:r>
            <a:r>
              <a:rPr lang="en-US" baseline="0" dirty="0" smtClean="0"/>
              <a:t> </a:t>
            </a:r>
            <a:r>
              <a:rPr lang="en-US" dirty="0" smtClean="0"/>
              <a:t>How long does it take?</a:t>
            </a:r>
          </a:p>
          <a:p>
            <a:r>
              <a:rPr lang="en-US" dirty="0" smtClean="0"/>
              <a:t>Log n is an easy answer, but what if the tree is very lopsided?</a:t>
            </a:r>
            <a:r>
              <a:rPr lang="en-US" baseline="0" dirty="0" smtClean="0"/>
              <a:t> </a:t>
            </a:r>
            <a:r>
              <a:rPr lang="en-US" dirty="0" smtClean="0"/>
              <a:t>So really, this is worst case O(n)!</a:t>
            </a:r>
          </a:p>
          <a:p>
            <a:r>
              <a:rPr lang="en-US" dirty="0" smtClean="0"/>
              <a:t>A better answer is theta of the depth of the node sought.</a:t>
            </a:r>
          </a:p>
          <a:p>
            <a:r>
              <a:rPr lang="en-US" dirty="0" smtClean="0"/>
              <a:t>If we can bound the depth of that node, we can bound the length of time a search takes.</a:t>
            </a:r>
          </a:p>
        </p:txBody>
      </p:sp>
    </p:spTree>
    <p:extLst>
      <p:ext uri="{BB962C8B-B14F-4D97-AF65-F5344CB8AC3E}">
        <p14:creationId xmlns:p14="http://schemas.microsoft.com/office/powerpoint/2010/main" val="2402275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F85F9349-9513-477A-BA85-1BE66610EC39}" type="datetime1">
              <a:rPr lang="en-US" smtClean="0">
                <a:solidFill>
                  <a:prstClr val="black"/>
                </a:solidFill>
              </a:rPr>
              <a:pPr/>
              <a:t>2/26/2015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120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2CEA88-5C11-443B-B23F-CB381477AE0E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74255" y="4343704"/>
            <a:ext cx="5030391" cy="4113893"/>
          </a:xfrm>
          <a:noFill/>
          <a:ln/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This should look a _lot_ like binary search!</a:t>
            </a:r>
          </a:p>
          <a:p>
            <a:r>
              <a:rPr lang="en-US" dirty="0" smtClean="0"/>
              <a:t>How long does it take?</a:t>
            </a:r>
          </a:p>
          <a:p>
            <a:endParaRPr lang="en-US" dirty="0" smtClean="0"/>
          </a:p>
          <a:p>
            <a:r>
              <a:rPr lang="en-US" dirty="0" smtClean="0"/>
              <a:t>Log n is an easy answer, but what if the tree is very lopsided?</a:t>
            </a:r>
          </a:p>
          <a:p>
            <a:r>
              <a:rPr lang="en-US" dirty="0" smtClean="0"/>
              <a:t>So really, this is worst case O(n)!</a:t>
            </a:r>
          </a:p>
          <a:p>
            <a:r>
              <a:rPr lang="en-US" dirty="0" smtClean="0"/>
              <a:t>A better answer is theta of the depth of the node sought.</a:t>
            </a:r>
          </a:p>
          <a:p>
            <a:r>
              <a:rPr lang="en-US" dirty="0" smtClean="0"/>
              <a:t>If we can bound the depth of that node, we can bound the length of time a search takes.</a:t>
            </a:r>
          </a:p>
        </p:txBody>
      </p:sp>
    </p:spTree>
    <p:extLst>
      <p:ext uri="{BB962C8B-B14F-4D97-AF65-F5344CB8AC3E}">
        <p14:creationId xmlns:p14="http://schemas.microsoft.com/office/powerpoint/2010/main" val="1534349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90DFBBE9-51F7-486D-AB3C-EDAA8313D9CF}" type="datetime1">
              <a:rPr lang="en-US" smtClean="0">
                <a:solidFill>
                  <a:prstClr val="black"/>
                </a:solidFill>
              </a:rPr>
              <a:pPr/>
              <a:t>2/26/2015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325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13F691-C80F-4F65-88C4-5F15DF59623A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755812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72D6A03A-C33D-44EF-A66A-E3ADFEC8A2C3}" type="datetime1">
              <a:rPr lang="en-US" smtClean="0">
                <a:solidFill>
                  <a:prstClr val="black"/>
                </a:solidFill>
              </a:rPr>
              <a:pPr/>
              <a:t>2/26/2015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427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FFDBB4-F764-4A4C-8737-9F976CB225CB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42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187961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8BF61ED-F86B-4C6B-B7D5-5EAAD097AC28}" type="datetime1">
              <a:rPr lang="en-US" smtClean="0">
                <a:solidFill>
                  <a:prstClr val="black"/>
                </a:solidFill>
              </a:rPr>
              <a:pPr/>
              <a:t>2/26/2015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529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EC722E-BC21-44F7-9564-1429A36C0C5C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53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067866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9835B4C-92CD-4DDB-9051-F2764963B0E8}" type="datetime1">
              <a:rPr lang="en-US" smtClean="0">
                <a:solidFill>
                  <a:prstClr val="black"/>
                </a:solidFill>
              </a:rPr>
              <a:pPr/>
              <a:t>2/26/2015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632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C503B6-AC7C-4843-8466-47883615005D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63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548667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80F19A8-4DAC-420B-AD97-9C6A78E6E624}" type="datetime1">
              <a:rPr lang="en-US" smtClean="0">
                <a:solidFill>
                  <a:prstClr val="black"/>
                </a:solidFill>
              </a:rPr>
              <a:pPr/>
              <a:t>2/26/2015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734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19D6FE-05A9-41FF-A992-7A5B362D3E8E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73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168122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617B68AA-D0B8-47D0-ABC4-8AD5494183B9}" type="datetime1">
              <a:rPr lang="en-US" smtClean="0">
                <a:solidFill>
                  <a:prstClr val="black"/>
                </a:solidFill>
              </a:rPr>
              <a:pPr/>
              <a:t>2/26/2015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BE54C2-8E7D-4F6D-BEED-42F4AAD12E6E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624516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617B68AA-D0B8-47D0-ABC4-8AD5494183B9}" type="datetime1">
              <a:rPr lang="en-US" smtClean="0">
                <a:solidFill>
                  <a:prstClr val="black"/>
                </a:solidFill>
              </a:rPr>
              <a:pPr/>
              <a:t>2/26/2015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BE54C2-8E7D-4F6D-BEED-42F4AAD12E6E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886647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19364B90-94DD-41AF-8DDB-B5EE7ABE7607}" type="datetime1">
              <a:rPr lang="en-US" smtClean="0">
                <a:solidFill>
                  <a:prstClr val="black"/>
                </a:solidFill>
              </a:rPr>
              <a:pPr/>
              <a:t>2/26/2015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939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1ECFAC-127C-4453-9978-1DCA1C28186A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93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Ah, now the hard case.</a:t>
            </a:r>
            <a:r>
              <a:rPr lang="en-US" baseline="0" dirty="0" smtClean="0"/>
              <a:t> </a:t>
            </a:r>
            <a:r>
              <a:rPr lang="en-US" dirty="0" smtClean="0"/>
              <a:t>How do we delete a two child node?</a:t>
            </a:r>
          </a:p>
          <a:p>
            <a:r>
              <a:rPr lang="en-US" dirty="0" smtClean="0"/>
              <a:t>We remove it and replace it with what?</a:t>
            </a:r>
          </a:p>
          <a:p>
            <a:r>
              <a:rPr lang="en-US" dirty="0" smtClean="0"/>
              <a:t>It has all these left and right children that need to be greater and less than the new value (respectively).</a:t>
            </a:r>
          </a:p>
          <a:p>
            <a:r>
              <a:rPr lang="en-US" dirty="0" smtClean="0"/>
              <a:t>Is there any value that is guaranteed to be between the two </a:t>
            </a:r>
            <a:r>
              <a:rPr lang="en-US" dirty="0" err="1" smtClean="0"/>
              <a:t>subtrees</a:t>
            </a:r>
            <a:r>
              <a:rPr lang="en-US" dirty="0" smtClean="0"/>
              <a:t>?</a:t>
            </a:r>
          </a:p>
          <a:p>
            <a:r>
              <a:rPr lang="en-US" dirty="0" smtClean="0"/>
              <a:t>Two of them: the successor and predecessor!</a:t>
            </a:r>
          </a:p>
          <a:p>
            <a:r>
              <a:rPr lang="en-US" dirty="0" smtClean="0"/>
              <a:t>So, let’s just </a:t>
            </a:r>
            <a:r>
              <a:rPr lang="en-US" b="1" dirty="0" smtClean="0"/>
              <a:t>replace the node’s value with it’s successor </a:t>
            </a:r>
            <a:r>
              <a:rPr lang="en-US" dirty="0" smtClean="0"/>
              <a:t>and then </a:t>
            </a:r>
            <a:r>
              <a:rPr lang="en-US" b="1" dirty="0" smtClean="0"/>
              <a:t>delete the </a:t>
            </a:r>
            <a:r>
              <a:rPr lang="en-US" b="1" dirty="0" err="1" smtClean="0"/>
              <a:t>succ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77032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76701F0E-B449-4327-BCD0-EFCA77CAABD6}" type="datetime1">
              <a:rPr lang="en-US" smtClean="0">
                <a:solidFill>
                  <a:prstClr val="black"/>
                </a:solidFill>
              </a:rPr>
              <a:pPr/>
              <a:t>2/26/2015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604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69D2B0-5507-488D-AE7F-59FDB41840AE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604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142227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16E5B0C1-A895-4D0A-ADFA-E9B3D7F451B5}" type="datetime1">
              <a:rPr lang="en-US" smtClean="0">
                <a:solidFill>
                  <a:prstClr val="black"/>
                </a:solidFill>
              </a:rPr>
              <a:pPr/>
              <a:t>2/26/2015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6246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6D9C4D-84C9-48CD-9ED7-5BC7FDC85F22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6246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9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OK, we had a buildHeap, let’s buildTree. How long does this take?</a:t>
            </a:r>
          </a:p>
          <a:p>
            <a:r>
              <a:rPr lang="en-US" smtClean="0"/>
              <a:t>Well, </a:t>
            </a:r>
            <a:r>
              <a:rPr lang="en-US" b="1" smtClean="0"/>
              <a:t>IT DEPENDS!</a:t>
            </a:r>
          </a:p>
          <a:p>
            <a:r>
              <a:rPr lang="en-US" smtClean="0"/>
              <a:t>Let’s say we want to build a tree from 123456789</a:t>
            </a:r>
          </a:p>
          <a:p>
            <a:r>
              <a:rPr lang="en-US" smtClean="0"/>
              <a:t>What happens if we insert in order?</a:t>
            </a:r>
          </a:p>
          <a:p>
            <a:r>
              <a:rPr lang="en-US" smtClean="0"/>
              <a:t>Reverse order?</a:t>
            </a:r>
          </a:p>
          <a:p>
            <a:r>
              <a:rPr lang="en-US" smtClean="0"/>
              <a:t>What about 5, then 3, then 7, then 2, then 1, then 6, then 8, then 9?</a:t>
            </a:r>
          </a:p>
          <a:p>
            <a:endParaRPr lang="en-US" smtClean="0"/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11076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47F55272-0DE5-4C94-85A7-2038540F1D99}" type="datetime1">
              <a:rPr lang="en-US" smtClean="0">
                <a:solidFill>
                  <a:prstClr val="black"/>
                </a:solidFill>
              </a:rPr>
              <a:pPr/>
              <a:t>2/26/2015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6349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93B714-55D5-435F-AAAB-34BC38A30BCC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634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OK, we had a buildHeap, let’s buildTree. How long does this take?</a:t>
            </a:r>
          </a:p>
          <a:p>
            <a:r>
              <a:rPr lang="en-US" smtClean="0"/>
              <a:t>Well, </a:t>
            </a:r>
            <a:r>
              <a:rPr lang="en-US" b="1" smtClean="0"/>
              <a:t>IT DEPENDS!</a:t>
            </a:r>
          </a:p>
          <a:p>
            <a:r>
              <a:rPr lang="en-US" smtClean="0"/>
              <a:t>Let’s say we want to build a tree from 123456789</a:t>
            </a:r>
          </a:p>
          <a:p>
            <a:r>
              <a:rPr lang="en-US" smtClean="0"/>
              <a:t>What happens if we insert in order?</a:t>
            </a:r>
          </a:p>
          <a:p>
            <a:r>
              <a:rPr lang="en-US" smtClean="0"/>
              <a:t>Reverse order?</a:t>
            </a:r>
          </a:p>
          <a:p>
            <a:r>
              <a:rPr lang="en-US" smtClean="0"/>
              <a:t>What about 5, then 3, then 7, then 2, then 1, then 6, then 8, then 9?</a:t>
            </a:r>
          </a:p>
          <a:p>
            <a:endParaRPr lang="en-US" smtClean="0"/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54420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Winter 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622C7-AF21-2E4F-B881-B4B79AD45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56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Winter 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622C7-AF21-2E4F-B881-B4B79AD45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2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Winter 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622C7-AF21-2E4F-B881-B4B79AD45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81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Winter 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622C7-AF21-2E4F-B881-B4B79AD45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87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Winter 2015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622C7-AF21-2E4F-B881-B4B79AD45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43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Winter 2015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622C7-AF21-2E4F-B881-B4B79AD45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69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Winter 2015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622C7-AF21-2E4F-B881-B4B79AD45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30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Winter 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622C7-AF21-2E4F-B881-B4B79AD45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384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Winter 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622C7-AF21-2E4F-B881-B4B79AD45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34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Winter 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622C7-AF21-2E4F-B881-B4B79AD45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4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Winter 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622C7-AF21-2E4F-B881-B4B79AD45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52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0755997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Winter 2015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CSE373: Data Structures &amp; Algorithms</a:t>
            </a: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52505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Winter 2015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CSE373: Data Structures &amp; Algorithms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883048-0376-4A94-A445-C2F5CD3FC35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63416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Winter 2015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CSE373: Data Structures &amp; Algorithms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EA12F5-03B5-4BEE-BF40-7EC1D15EBEE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575477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Winter 2015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CSE373: Data Structures &amp; Algorithms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FCB40-9664-45B5-BAA8-170CAD35339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000423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Winter 2015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CSE373: Data Structures &amp; Algorithms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4D69B1-7287-44D7-BAC9-82A718B3128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125519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Winter 2015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CSE373: Data Structures &amp; Algorithms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CE0B5-4587-46C9-88FF-288BD15E320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59145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Winter 2015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CSE373: Data Structures &amp; Algorithms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D7DB5F-D2ED-41DB-B30F-B019AB82D77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55987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Winter 2015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CSE373: Data Structures &amp; Algorithms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2279E5-AC96-4A1A-8381-1C3686D4000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245994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Winter 2015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CSE373: Data Structures &amp; Algorithms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E115C0-909B-4E1C-9E6E-04B3E910359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416849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Winter 2015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CSE373: Data Structures &amp; Algorithms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82AAE3-B489-4A15-89C7-18993943A37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47271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Winter 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CSE373: Data Structures &amp; Algorithms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622C7-AF21-2E4F-B881-B4B79AD45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02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solidFill>
                  <a:srgbClr val="000000"/>
                </a:solidFill>
                <a:latin typeface="Times New Roman" pitchFamily="18" charset="0"/>
              </a:rPr>
              <a:t>Winter 2015</a:t>
            </a:r>
            <a:endParaRPr 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5600" y="6400800"/>
            <a:ext cx="342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solidFill>
                  <a:srgbClr val="000000"/>
                </a:solidFill>
                <a:latin typeface="Times New Roman" pitchFamily="18" charset="0"/>
              </a:rPr>
              <a:t>CSE373: Data Structures &amp; Algorithms</a:t>
            </a:r>
            <a:endParaRPr 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B048AC8-D41E-4C7B-8EE3-A52489AA1F05}" type="slidenum">
              <a:rPr lang="en-US">
                <a:solidFill>
                  <a:srgbClr val="000000"/>
                </a:solidFill>
                <a:latin typeface="Times New Roman" pitchFamily="18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730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/>
  <p:txStyles>
    <p:titleStyle>
      <a:lvl1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i="1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18" Type="http://schemas.openxmlformats.org/officeDocument/2006/relationships/tags" Target="../tags/tag45.xml"/><Relationship Id="rId26" Type="http://schemas.openxmlformats.org/officeDocument/2006/relationships/tags" Target="../tags/tag53.xml"/><Relationship Id="rId3" Type="http://schemas.openxmlformats.org/officeDocument/2006/relationships/tags" Target="../tags/tag30.xml"/><Relationship Id="rId21" Type="http://schemas.openxmlformats.org/officeDocument/2006/relationships/tags" Target="../tags/tag48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tags" Target="../tags/tag44.xml"/><Relationship Id="rId25" Type="http://schemas.openxmlformats.org/officeDocument/2006/relationships/tags" Target="../tags/tag52.xml"/><Relationship Id="rId2" Type="http://schemas.openxmlformats.org/officeDocument/2006/relationships/tags" Target="../tags/tag29.xml"/><Relationship Id="rId16" Type="http://schemas.openxmlformats.org/officeDocument/2006/relationships/tags" Target="../tags/tag43.xml"/><Relationship Id="rId20" Type="http://schemas.openxmlformats.org/officeDocument/2006/relationships/tags" Target="../tags/tag47.xml"/><Relationship Id="rId29" Type="http://schemas.openxmlformats.org/officeDocument/2006/relationships/tags" Target="../tags/tag56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24" Type="http://schemas.openxmlformats.org/officeDocument/2006/relationships/tags" Target="../tags/tag51.xml"/><Relationship Id="rId32" Type="http://schemas.openxmlformats.org/officeDocument/2006/relationships/slideLayout" Target="../slideLayouts/slideLayout2.xml"/><Relationship Id="rId5" Type="http://schemas.openxmlformats.org/officeDocument/2006/relationships/tags" Target="../tags/tag32.xml"/><Relationship Id="rId15" Type="http://schemas.openxmlformats.org/officeDocument/2006/relationships/tags" Target="../tags/tag42.xml"/><Relationship Id="rId23" Type="http://schemas.openxmlformats.org/officeDocument/2006/relationships/tags" Target="../tags/tag50.xml"/><Relationship Id="rId28" Type="http://schemas.openxmlformats.org/officeDocument/2006/relationships/tags" Target="../tags/tag55.xml"/><Relationship Id="rId10" Type="http://schemas.openxmlformats.org/officeDocument/2006/relationships/tags" Target="../tags/tag37.xml"/><Relationship Id="rId19" Type="http://schemas.openxmlformats.org/officeDocument/2006/relationships/tags" Target="../tags/tag46.xml"/><Relationship Id="rId31" Type="http://schemas.openxmlformats.org/officeDocument/2006/relationships/tags" Target="../tags/tag58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Relationship Id="rId22" Type="http://schemas.openxmlformats.org/officeDocument/2006/relationships/tags" Target="../tags/tag49.xml"/><Relationship Id="rId27" Type="http://schemas.openxmlformats.org/officeDocument/2006/relationships/tags" Target="../tags/tag54.xml"/><Relationship Id="rId30" Type="http://schemas.openxmlformats.org/officeDocument/2006/relationships/tags" Target="../tags/tag5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tags" Target="../tags/tag71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5" Type="http://schemas.openxmlformats.org/officeDocument/2006/relationships/tags" Target="../tags/tag63.xml"/><Relationship Id="rId15" Type="http://schemas.openxmlformats.org/officeDocument/2006/relationships/notesSlide" Target="../notesSlides/notesSlide1.xml"/><Relationship Id="rId10" Type="http://schemas.openxmlformats.org/officeDocument/2006/relationships/tags" Target="../tags/tag68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tags" Target="../tags/tag84.xml"/><Relationship Id="rId18" Type="http://schemas.openxmlformats.org/officeDocument/2006/relationships/tags" Target="../tags/tag89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tags" Target="../tags/tag83.xml"/><Relationship Id="rId17" Type="http://schemas.openxmlformats.org/officeDocument/2006/relationships/tags" Target="../tags/tag88.xml"/><Relationship Id="rId2" Type="http://schemas.openxmlformats.org/officeDocument/2006/relationships/tags" Target="../tags/tag73.xml"/><Relationship Id="rId16" Type="http://schemas.openxmlformats.org/officeDocument/2006/relationships/tags" Target="../tags/tag87.xml"/><Relationship Id="rId20" Type="http://schemas.openxmlformats.org/officeDocument/2006/relationships/notesSlide" Target="../notesSlides/notesSlide2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tags" Target="../tags/tag82.xml"/><Relationship Id="rId5" Type="http://schemas.openxmlformats.org/officeDocument/2006/relationships/tags" Target="../tags/tag76.xml"/><Relationship Id="rId15" Type="http://schemas.openxmlformats.org/officeDocument/2006/relationships/tags" Target="../tags/tag86.xml"/><Relationship Id="rId10" Type="http://schemas.openxmlformats.org/officeDocument/2006/relationships/tags" Target="../tags/tag81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75.xml"/><Relationship Id="rId9" Type="http://schemas.openxmlformats.org/officeDocument/2006/relationships/tags" Target="../tags/tag80.xml"/><Relationship Id="rId14" Type="http://schemas.openxmlformats.org/officeDocument/2006/relationships/tags" Target="../tags/tag8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tags" Target="../tags/tag102.xml"/><Relationship Id="rId18" Type="http://schemas.openxmlformats.org/officeDocument/2006/relationships/tags" Target="../tags/tag107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tags" Target="../tags/tag101.xml"/><Relationship Id="rId17" Type="http://schemas.openxmlformats.org/officeDocument/2006/relationships/tags" Target="../tags/tag106.xml"/><Relationship Id="rId2" Type="http://schemas.openxmlformats.org/officeDocument/2006/relationships/tags" Target="../tags/tag91.xml"/><Relationship Id="rId16" Type="http://schemas.openxmlformats.org/officeDocument/2006/relationships/tags" Target="../tags/tag105.xml"/><Relationship Id="rId20" Type="http://schemas.openxmlformats.org/officeDocument/2006/relationships/notesSlide" Target="../notesSlides/notesSlide3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5" Type="http://schemas.openxmlformats.org/officeDocument/2006/relationships/tags" Target="../tags/tag94.xml"/><Relationship Id="rId15" Type="http://schemas.openxmlformats.org/officeDocument/2006/relationships/tags" Target="../tags/tag104.xml"/><Relationship Id="rId10" Type="http://schemas.openxmlformats.org/officeDocument/2006/relationships/tags" Target="../tags/tag99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tags" Target="../tags/tag10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tags" Target="../tags/tag120.xml"/><Relationship Id="rId18" Type="http://schemas.openxmlformats.org/officeDocument/2006/relationships/tags" Target="../tags/tag125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12" Type="http://schemas.openxmlformats.org/officeDocument/2006/relationships/tags" Target="../tags/tag119.xml"/><Relationship Id="rId17" Type="http://schemas.openxmlformats.org/officeDocument/2006/relationships/tags" Target="../tags/tag124.xml"/><Relationship Id="rId2" Type="http://schemas.openxmlformats.org/officeDocument/2006/relationships/tags" Target="../tags/tag109.xml"/><Relationship Id="rId16" Type="http://schemas.openxmlformats.org/officeDocument/2006/relationships/tags" Target="../tags/tag123.xml"/><Relationship Id="rId20" Type="http://schemas.openxmlformats.org/officeDocument/2006/relationships/notesSlide" Target="../notesSlides/notesSlide4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5" Type="http://schemas.openxmlformats.org/officeDocument/2006/relationships/tags" Target="../tags/tag112.xml"/><Relationship Id="rId15" Type="http://schemas.openxmlformats.org/officeDocument/2006/relationships/tags" Target="../tags/tag122.xml"/><Relationship Id="rId10" Type="http://schemas.openxmlformats.org/officeDocument/2006/relationships/tags" Target="../tags/tag117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tags" Target="../tags/tag12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33.xml"/><Relationship Id="rId13" Type="http://schemas.openxmlformats.org/officeDocument/2006/relationships/tags" Target="../tags/tag138.xml"/><Relationship Id="rId18" Type="http://schemas.openxmlformats.org/officeDocument/2006/relationships/tags" Target="../tags/tag143.xml"/><Relationship Id="rId3" Type="http://schemas.openxmlformats.org/officeDocument/2006/relationships/tags" Target="../tags/tag128.xml"/><Relationship Id="rId7" Type="http://schemas.openxmlformats.org/officeDocument/2006/relationships/tags" Target="../tags/tag132.xml"/><Relationship Id="rId12" Type="http://schemas.openxmlformats.org/officeDocument/2006/relationships/tags" Target="../tags/tag137.xml"/><Relationship Id="rId17" Type="http://schemas.openxmlformats.org/officeDocument/2006/relationships/tags" Target="../tags/tag142.xml"/><Relationship Id="rId2" Type="http://schemas.openxmlformats.org/officeDocument/2006/relationships/tags" Target="../tags/tag127.xml"/><Relationship Id="rId16" Type="http://schemas.openxmlformats.org/officeDocument/2006/relationships/tags" Target="../tags/tag141.xml"/><Relationship Id="rId20" Type="http://schemas.openxmlformats.org/officeDocument/2006/relationships/notesSlide" Target="../notesSlides/notesSlide5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tags" Target="../tags/tag136.xml"/><Relationship Id="rId5" Type="http://schemas.openxmlformats.org/officeDocument/2006/relationships/tags" Target="../tags/tag130.xml"/><Relationship Id="rId15" Type="http://schemas.openxmlformats.org/officeDocument/2006/relationships/tags" Target="../tags/tag140.xml"/><Relationship Id="rId10" Type="http://schemas.openxmlformats.org/officeDocument/2006/relationships/tags" Target="../tags/tag135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129.xml"/><Relationship Id="rId9" Type="http://schemas.openxmlformats.org/officeDocument/2006/relationships/tags" Target="../tags/tag134.xml"/><Relationship Id="rId14" Type="http://schemas.openxmlformats.org/officeDocument/2006/relationships/tags" Target="../tags/tag13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13" Type="http://schemas.openxmlformats.org/officeDocument/2006/relationships/tags" Target="../tags/tag156.xml"/><Relationship Id="rId18" Type="http://schemas.openxmlformats.org/officeDocument/2006/relationships/tags" Target="../tags/tag161.xml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12" Type="http://schemas.openxmlformats.org/officeDocument/2006/relationships/tags" Target="../tags/tag155.xml"/><Relationship Id="rId17" Type="http://schemas.openxmlformats.org/officeDocument/2006/relationships/tags" Target="../tags/tag160.xml"/><Relationship Id="rId2" Type="http://schemas.openxmlformats.org/officeDocument/2006/relationships/tags" Target="../tags/tag145.xml"/><Relationship Id="rId16" Type="http://schemas.openxmlformats.org/officeDocument/2006/relationships/tags" Target="../tags/tag159.xml"/><Relationship Id="rId20" Type="http://schemas.openxmlformats.org/officeDocument/2006/relationships/notesSlide" Target="../notesSlides/notesSlide6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1" Type="http://schemas.openxmlformats.org/officeDocument/2006/relationships/tags" Target="../tags/tag154.xml"/><Relationship Id="rId5" Type="http://schemas.openxmlformats.org/officeDocument/2006/relationships/tags" Target="../tags/tag148.xml"/><Relationship Id="rId15" Type="http://schemas.openxmlformats.org/officeDocument/2006/relationships/tags" Target="../tags/tag158.xml"/><Relationship Id="rId10" Type="http://schemas.openxmlformats.org/officeDocument/2006/relationships/tags" Target="../tags/tag153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147.xml"/><Relationship Id="rId9" Type="http://schemas.openxmlformats.org/officeDocument/2006/relationships/tags" Target="../tags/tag152.xml"/><Relationship Id="rId14" Type="http://schemas.openxmlformats.org/officeDocument/2006/relationships/tags" Target="../tags/tag15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69.xml"/><Relationship Id="rId13" Type="http://schemas.openxmlformats.org/officeDocument/2006/relationships/tags" Target="../tags/tag174.xml"/><Relationship Id="rId18" Type="http://schemas.openxmlformats.org/officeDocument/2006/relationships/tags" Target="../tags/tag179.xml"/><Relationship Id="rId3" Type="http://schemas.openxmlformats.org/officeDocument/2006/relationships/tags" Target="../tags/tag164.xml"/><Relationship Id="rId7" Type="http://schemas.openxmlformats.org/officeDocument/2006/relationships/tags" Target="../tags/tag168.xml"/><Relationship Id="rId12" Type="http://schemas.openxmlformats.org/officeDocument/2006/relationships/tags" Target="../tags/tag173.xml"/><Relationship Id="rId17" Type="http://schemas.openxmlformats.org/officeDocument/2006/relationships/tags" Target="../tags/tag178.xml"/><Relationship Id="rId2" Type="http://schemas.openxmlformats.org/officeDocument/2006/relationships/tags" Target="../tags/tag163.xml"/><Relationship Id="rId16" Type="http://schemas.openxmlformats.org/officeDocument/2006/relationships/tags" Target="../tags/tag177.xml"/><Relationship Id="rId20" Type="http://schemas.openxmlformats.org/officeDocument/2006/relationships/notesSlide" Target="../notesSlides/notesSlide7.xml"/><Relationship Id="rId1" Type="http://schemas.openxmlformats.org/officeDocument/2006/relationships/tags" Target="../tags/tag162.xml"/><Relationship Id="rId6" Type="http://schemas.openxmlformats.org/officeDocument/2006/relationships/tags" Target="../tags/tag167.xml"/><Relationship Id="rId11" Type="http://schemas.openxmlformats.org/officeDocument/2006/relationships/tags" Target="../tags/tag172.xml"/><Relationship Id="rId5" Type="http://schemas.openxmlformats.org/officeDocument/2006/relationships/tags" Target="../tags/tag166.xml"/><Relationship Id="rId15" Type="http://schemas.openxmlformats.org/officeDocument/2006/relationships/tags" Target="../tags/tag176.xml"/><Relationship Id="rId10" Type="http://schemas.openxmlformats.org/officeDocument/2006/relationships/tags" Target="../tags/tag171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165.xml"/><Relationship Id="rId9" Type="http://schemas.openxmlformats.org/officeDocument/2006/relationships/tags" Target="../tags/tag170.xml"/><Relationship Id="rId14" Type="http://schemas.openxmlformats.org/officeDocument/2006/relationships/tags" Target="../tags/tag17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87.xml"/><Relationship Id="rId13" Type="http://schemas.openxmlformats.org/officeDocument/2006/relationships/tags" Target="../tags/tag192.xml"/><Relationship Id="rId18" Type="http://schemas.openxmlformats.org/officeDocument/2006/relationships/tags" Target="../tags/tag197.xml"/><Relationship Id="rId3" Type="http://schemas.openxmlformats.org/officeDocument/2006/relationships/tags" Target="../tags/tag182.xml"/><Relationship Id="rId7" Type="http://schemas.openxmlformats.org/officeDocument/2006/relationships/tags" Target="../tags/tag186.xml"/><Relationship Id="rId12" Type="http://schemas.openxmlformats.org/officeDocument/2006/relationships/tags" Target="../tags/tag191.xml"/><Relationship Id="rId17" Type="http://schemas.openxmlformats.org/officeDocument/2006/relationships/tags" Target="../tags/tag196.xml"/><Relationship Id="rId2" Type="http://schemas.openxmlformats.org/officeDocument/2006/relationships/tags" Target="../tags/tag181.xml"/><Relationship Id="rId16" Type="http://schemas.openxmlformats.org/officeDocument/2006/relationships/tags" Target="../tags/tag195.xml"/><Relationship Id="rId20" Type="http://schemas.openxmlformats.org/officeDocument/2006/relationships/notesSlide" Target="../notesSlides/notesSlide8.xml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11" Type="http://schemas.openxmlformats.org/officeDocument/2006/relationships/tags" Target="../tags/tag190.xml"/><Relationship Id="rId5" Type="http://schemas.openxmlformats.org/officeDocument/2006/relationships/tags" Target="../tags/tag184.xml"/><Relationship Id="rId15" Type="http://schemas.openxmlformats.org/officeDocument/2006/relationships/tags" Target="../tags/tag194.xml"/><Relationship Id="rId10" Type="http://schemas.openxmlformats.org/officeDocument/2006/relationships/tags" Target="../tags/tag189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183.xml"/><Relationship Id="rId9" Type="http://schemas.openxmlformats.org/officeDocument/2006/relationships/tags" Target="../tags/tag188.xml"/><Relationship Id="rId14" Type="http://schemas.openxmlformats.org/officeDocument/2006/relationships/tags" Target="../tags/tag19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05.xml"/><Relationship Id="rId13" Type="http://schemas.openxmlformats.org/officeDocument/2006/relationships/tags" Target="../tags/tag210.xml"/><Relationship Id="rId18" Type="http://schemas.openxmlformats.org/officeDocument/2006/relationships/tags" Target="../tags/tag215.xml"/><Relationship Id="rId3" Type="http://schemas.openxmlformats.org/officeDocument/2006/relationships/tags" Target="../tags/tag200.xml"/><Relationship Id="rId7" Type="http://schemas.openxmlformats.org/officeDocument/2006/relationships/tags" Target="../tags/tag204.xml"/><Relationship Id="rId12" Type="http://schemas.openxmlformats.org/officeDocument/2006/relationships/tags" Target="../tags/tag209.xml"/><Relationship Id="rId17" Type="http://schemas.openxmlformats.org/officeDocument/2006/relationships/tags" Target="../tags/tag214.xml"/><Relationship Id="rId2" Type="http://schemas.openxmlformats.org/officeDocument/2006/relationships/tags" Target="../tags/tag199.xml"/><Relationship Id="rId16" Type="http://schemas.openxmlformats.org/officeDocument/2006/relationships/tags" Target="../tags/tag213.xml"/><Relationship Id="rId20" Type="http://schemas.openxmlformats.org/officeDocument/2006/relationships/notesSlide" Target="../notesSlides/notesSlide9.xml"/><Relationship Id="rId1" Type="http://schemas.openxmlformats.org/officeDocument/2006/relationships/tags" Target="../tags/tag198.xml"/><Relationship Id="rId6" Type="http://schemas.openxmlformats.org/officeDocument/2006/relationships/tags" Target="../tags/tag203.xml"/><Relationship Id="rId11" Type="http://schemas.openxmlformats.org/officeDocument/2006/relationships/tags" Target="../tags/tag208.xml"/><Relationship Id="rId5" Type="http://schemas.openxmlformats.org/officeDocument/2006/relationships/tags" Target="../tags/tag202.xml"/><Relationship Id="rId15" Type="http://schemas.openxmlformats.org/officeDocument/2006/relationships/tags" Target="../tags/tag212.xml"/><Relationship Id="rId10" Type="http://schemas.openxmlformats.org/officeDocument/2006/relationships/tags" Target="../tags/tag207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201.xml"/><Relationship Id="rId9" Type="http://schemas.openxmlformats.org/officeDocument/2006/relationships/tags" Target="../tags/tag206.xml"/><Relationship Id="rId14" Type="http://schemas.openxmlformats.org/officeDocument/2006/relationships/tags" Target="../tags/tag2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23.xml"/><Relationship Id="rId13" Type="http://schemas.openxmlformats.org/officeDocument/2006/relationships/tags" Target="../tags/tag228.xml"/><Relationship Id="rId18" Type="http://schemas.openxmlformats.org/officeDocument/2006/relationships/tags" Target="../tags/tag233.xml"/><Relationship Id="rId3" Type="http://schemas.openxmlformats.org/officeDocument/2006/relationships/tags" Target="../tags/tag218.xml"/><Relationship Id="rId7" Type="http://schemas.openxmlformats.org/officeDocument/2006/relationships/tags" Target="../tags/tag222.xml"/><Relationship Id="rId12" Type="http://schemas.openxmlformats.org/officeDocument/2006/relationships/tags" Target="../tags/tag227.xml"/><Relationship Id="rId17" Type="http://schemas.openxmlformats.org/officeDocument/2006/relationships/tags" Target="../tags/tag232.xml"/><Relationship Id="rId2" Type="http://schemas.openxmlformats.org/officeDocument/2006/relationships/tags" Target="../tags/tag217.xml"/><Relationship Id="rId16" Type="http://schemas.openxmlformats.org/officeDocument/2006/relationships/tags" Target="../tags/tag231.xml"/><Relationship Id="rId20" Type="http://schemas.openxmlformats.org/officeDocument/2006/relationships/notesSlide" Target="../notesSlides/notesSlide10.xml"/><Relationship Id="rId1" Type="http://schemas.openxmlformats.org/officeDocument/2006/relationships/tags" Target="../tags/tag216.xml"/><Relationship Id="rId6" Type="http://schemas.openxmlformats.org/officeDocument/2006/relationships/tags" Target="../tags/tag221.xml"/><Relationship Id="rId11" Type="http://schemas.openxmlformats.org/officeDocument/2006/relationships/tags" Target="../tags/tag226.xml"/><Relationship Id="rId5" Type="http://schemas.openxmlformats.org/officeDocument/2006/relationships/tags" Target="../tags/tag220.xml"/><Relationship Id="rId15" Type="http://schemas.openxmlformats.org/officeDocument/2006/relationships/tags" Target="../tags/tag230.xml"/><Relationship Id="rId10" Type="http://schemas.openxmlformats.org/officeDocument/2006/relationships/tags" Target="../tags/tag225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219.xml"/><Relationship Id="rId9" Type="http://schemas.openxmlformats.org/officeDocument/2006/relationships/tags" Target="../tags/tag224.xml"/><Relationship Id="rId14" Type="http://schemas.openxmlformats.org/officeDocument/2006/relationships/tags" Target="../tags/tag22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41.xml"/><Relationship Id="rId13" Type="http://schemas.openxmlformats.org/officeDocument/2006/relationships/tags" Target="../tags/tag246.xml"/><Relationship Id="rId18" Type="http://schemas.openxmlformats.org/officeDocument/2006/relationships/tags" Target="../tags/tag251.xml"/><Relationship Id="rId3" Type="http://schemas.openxmlformats.org/officeDocument/2006/relationships/tags" Target="../tags/tag236.xml"/><Relationship Id="rId7" Type="http://schemas.openxmlformats.org/officeDocument/2006/relationships/tags" Target="../tags/tag240.xml"/><Relationship Id="rId12" Type="http://schemas.openxmlformats.org/officeDocument/2006/relationships/tags" Target="../tags/tag245.xml"/><Relationship Id="rId17" Type="http://schemas.openxmlformats.org/officeDocument/2006/relationships/tags" Target="../tags/tag250.xml"/><Relationship Id="rId2" Type="http://schemas.openxmlformats.org/officeDocument/2006/relationships/tags" Target="../tags/tag235.xml"/><Relationship Id="rId16" Type="http://schemas.openxmlformats.org/officeDocument/2006/relationships/tags" Target="../tags/tag249.xml"/><Relationship Id="rId20" Type="http://schemas.openxmlformats.org/officeDocument/2006/relationships/notesSlide" Target="../notesSlides/notesSlide11.xml"/><Relationship Id="rId1" Type="http://schemas.openxmlformats.org/officeDocument/2006/relationships/tags" Target="../tags/tag234.xml"/><Relationship Id="rId6" Type="http://schemas.openxmlformats.org/officeDocument/2006/relationships/tags" Target="../tags/tag239.xml"/><Relationship Id="rId11" Type="http://schemas.openxmlformats.org/officeDocument/2006/relationships/tags" Target="../tags/tag244.xml"/><Relationship Id="rId5" Type="http://schemas.openxmlformats.org/officeDocument/2006/relationships/tags" Target="../tags/tag238.xml"/><Relationship Id="rId15" Type="http://schemas.openxmlformats.org/officeDocument/2006/relationships/tags" Target="../tags/tag248.xml"/><Relationship Id="rId10" Type="http://schemas.openxmlformats.org/officeDocument/2006/relationships/tags" Target="../tags/tag243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237.xml"/><Relationship Id="rId9" Type="http://schemas.openxmlformats.org/officeDocument/2006/relationships/tags" Target="../tags/tag242.xml"/><Relationship Id="rId14" Type="http://schemas.openxmlformats.org/officeDocument/2006/relationships/tags" Target="../tags/tag247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264.xml"/><Relationship Id="rId18" Type="http://schemas.openxmlformats.org/officeDocument/2006/relationships/tags" Target="../tags/tag269.xml"/><Relationship Id="rId26" Type="http://schemas.openxmlformats.org/officeDocument/2006/relationships/tags" Target="../tags/tag277.xml"/><Relationship Id="rId3" Type="http://schemas.openxmlformats.org/officeDocument/2006/relationships/tags" Target="../tags/tag254.xml"/><Relationship Id="rId21" Type="http://schemas.openxmlformats.org/officeDocument/2006/relationships/tags" Target="../tags/tag272.xml"/><Relationship Id="rId7" Type="http://schemas.openxmlformats.org/officeDocument/2006/relationships/tags" Target="../tags/tag258.xml"/><Relationship Id="rId12" Type="http://schemas.openxmlformats.org/officeDocument/2006/relationships/tags" Target="../tags/tag263.xml"/><Relationship Id="rId17" Type="http://schemas.openxmlformats.org/officeDocument/2006/relationships/tags" Target="../tags/tag268.xml"/><Relationship Id="rId25" Type="http://schemas.openxmlformats.org/officeDocument/2006/relationships/tags" Target="../tags/tag276.xml"/><Relationship Id="rId33" Type="http://schemas.openxmlformats.org/officeDocument/2006/relationships/image" Target="../media/image4.emf"/><Relationship Id="rId2" Type="http://schemas.openxmlformats.org/officeDocument/2006/relationships/tags" Target="../tags/tag253.xml"/><Relationship Id="rId16" Type="http://schemas.openxmlformats.org/officeDocument/2006/relationships/tags" Target="../tags/tag267.xml"/><Relationship Id="rId20" Type="http://schemas.openxmlformats.org/officeDocument/2006/relationships/tags" Target="../tags/tag271.xml"/><Relationship Id="rId29" Type="http://schemas.openxmlformats.org/officeDocument/2006/relationships/tags" Target="../tags/tag280.xml"/><Relationship Id="rId1" Type="http://schemas.openxmlformats.org/officeDocument/2006/relationships/tags" Target="../tags/tag252.xml"/><Relationship Id="rId6" Type="http://schemas.openxmlformats.org/officeDocument/2006/relationships/tags" Target="../tags/tag257.xml"/><Relationship Id="rId11" Type="http://schemas.openxmlformats.org/officeDocument/2006/relationships/tags" Target="../tags/tag262.xml"/><Relationship Id="rId24" Type="http://schemas.openxmlformats.org/officeDocument/2006/relationships/tags" Target="../tags/tag275.xml"/><Relationship Id="rId32" Type="http://schemas.openxmlformats.org/officeDocument/2006/relationships/customXml" Target="../ink/ink1.xml"/><Relationship Id="rId5" Type="http://schemas.openxmlformats.org/officeDocument/2006/relationships/tags" Target="../tags/tag256.xml"/><Relationship Id="rId15" Type="http://schemas.openxmlformats.org/officeDocument/2006/relationships/tags" Target="../tags/tag266.xml"/><Relationship Id="rId23" Type="http://schemas.openxmlformats.org/officeDocument/2006/relationships/tags" Target="../tags/tag274.xml"/><Relationship Id="rId28" Type="http://schemas.openxmlformats.org/officeDocument/2006/relationships/tags" Target="../tags/tag279.xml"/><Relationship Id="rId10" Type="http://schemas.openxmlformats.org/officeDocument/2006/relationships/tags" Target="../tags/tag261.xml"/><Relationship Id="rId19" Type="http://schemas.openxmlformats.org/officeDocument/2006/relationships/tags" Target="../tags/tag270.xml"/><Relationship Id="rId31" Type="http://schemas.openxmlformats.org/officeDocument/2006/relationships/notesSlide" Target="../notesSlides/notesSlide12.xml"/><Relationship Id="rId4" Type="http://schemas.openxmlformats.org/officeDocument/2006/relationships/tags" Target="../tags/tag255.xml"/><Relationship Id="rId9" Type="http://schemas.openxmlformats.org/officeDocument/2006/relationships/tags" Target="../tags/tag260.xml"/><Relationship Id="rId14" Type="http://schemas.openxmlformats.org/officeDocument/2006/relationships/tags" Target="../tags/tag265.xml"/><Relationship Id="rId22" Type="http://schemas.openxmlformats.org/officeDocument/2006/relationships/tags" Target="../tags/tag273.xml"/><Relationship Id="rId27" Type="http://schemas.openxmlformats.org/officeDocument/2006/relationships/tags" Target="../tags/tag278.xml"/><Relationship Id="rId30" Type="http://schemas.openxmlformats.org/officeDocument/2006/relationships/slideLayout" Target="../slideLayouts/slideLayout13.xml"/><Relationship Id="rId8" Type="http://schemas.openxmlformats.org/officeDocument/2006/relationships/tags" Target="../tags/tag25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88.xml"/><Relationship Id="rId13" Type="http://schemas.openxmlformats.org/officeDocument/2006/relationships/tags" Target="../tags/tag293.xml"/><Relationship Id="rId18" Type="http://schemas.openxmlformats.org/officeDocument/2006/relationships/tags" Target="../tags/tag298.xml"/><Relationship Id="rId26" Type="http://schemas.openxmlformats.org/officeDocument/2006/relationships/slideLayout" Target="../slideLayouts/slideLayout15.xml"/><Relationship Id="rId3" Type="http://schemas.openxmlformats.org/officeDocument/2006/relationships/tags" Target="../tags/tag283.xml"/><Relationship Id="rId21" Type="http://schemas.openxmlformats.org/officeDocument/2006/relationships/tags" Target="../tags/tag301.xml"/><Relationship Id="rId7" Type="http://schemas.openxmlformats.org/officeDocument/2006/relationships/tags" Target="../tags/tag287.xml"/><Relationship Id="rId12" Type="http://schemas.openxmlformats.org/officeDocument/2006/relationships/tags" Target="../tags/tag292.xml"/><Relationship Id="rId17" Type="http://schemas.openxmlformats.org/officeDocument/2006/relationships/tags" Target="../tags/tag297.xml"/><Relationship Id="rId25" Type="http://schemas.openxmlformats.org/officeDocument/2006/relationships/tags" Target="../tags/tag305.xml"/><Relationship Id="rId2" Type="http://schemas.openxmlformats.org/officeDocument/2006/relationships/tags" Target="../tags/tag282.xml"/><Relationship Id="rId16" Type="http://schemas.openxmlformats.org/officeDocument/2006/relationships/tags" Target="../tags/tag296.xml"/><Relationship Id="rId20" Type="http://schemas.openxmlformats.org/officeDocument/2006/relationships/tags" Target="../tags/tag300.xml"/><Relationship Id="rId29" Type="http://schemas.openxmlformats.org/officeDocument/2006/relationships/image" Target="../media/image5.emf"/><Relationship Id="rId1" Type="http://schemas.openxmlformats.org/officeDocument/2006/relationships/tags" Target="../tags/tag281.xml"/><Relationship Id="rId6" Type="http://schemas.openxmlformats.org/officeDocument/2006/relationships/tags" Target="../tags/tag286.xml"/><Relationship Id="rId11" Type="http://schemas.openxmlformats.org/officeDocument/2006/relationships/tags" Target="../tags/tag291.xml"/><Relationship Id="rId24" Type="http://schemas.openxmlformats.org/officeDocument/2006/relationships/tags" Target="../tags/tag304.xml"/><Relationship Id="rId5" Type="http://schemas.openxmlformats.org/officeDocument/2006/relationships/tags" Target="../tags/tag285.xml"/><Relationship Id="rId15" Type="http://schemas.openxmlformats.org/officeDocument/2006/relationships/tags" Target="../tags/tag295.xml"/><Relationship Id="rId23" Type="http://schemas.openxmlformats.org/officeDocument/2006/relationships/tags" Target="../tags/tag303.xml"/><Relationship Id="rId28" Type="http://schemas.openxmlformats.org/officeDocument/2006/relationships/customXml" Target="../ink/ink2.xml"/><Relationship Id="rId10" Type="http://schemas.openxmlformats.org/officeDocument/2006/relationships/tags" Target="../tags/tag290.xml"/><Relationship Id="rId19" Type="http://schemas.openxmlformats.org/officeDocument/2006/relationships/tags" Target="../tags/tag299.xml"/><Relationship Id="rId4" Type="http://schemas.openxmlformats.org/officeDocument/2006/relationships/tags" Target="../tags/tag284.xml"/><Relationship Id="rId9" Type="http://schemas.openxmlformats.org/officeDocument/2006/relationships/tags" Target="../tags/tag289.xml"/><Relationship Id="rId14" Type="http://schemas.openxmlformats.org/officeDocument/2006/relationships/tags" Target="../tags/tag294.xml"/><Relationship Id="rId22" Type="http://schemas.openxmlformats.org/officeDocument/2006/relationships/tags" Target="../tags/tag302.xml"/><Relationship Id="rId27" Type="http://schemas.openxmlformats.org/officeDocument/2006/relationships/notesSlide" Target="../notesSlides/notesSlide13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318.xml"/><Relationship Id="rId18" Type="http://schemas.openxmlformats.org/officeDocument/2006/relationships/tags" Target="../tags/tag323.xml"/><Relationship Id="rId26" Type="http://schemas.openxmlformats.org/officeDocument/2006/relationships/tags" Target="../tags/tag331.xml"/><Relationship Id="rId39" Type="http://schemas.openxmlformats.org/officeDocument/2006/relationships/tags" Target="../tags/tag344.xml"/><Relationship Id="rId21" Type="http://schemas.openxmlformats.org/officeDocument/2006/relationships/tags" Target="../tags/tag326.xml"/><Relationship Id="rId34" Type="http://schemas.openxmlformats.org/officeDocument/2006/relationships/tags" Target="../tags/tag339.xml"/><Relationship Id="rId42" Type="http://schemas.openxmlformats.org/officeDocument/2006/relationships/tags" Target="../tags/tag347.xml"/><Relationship Id="rId7" Type="http://schemas.openxmlformats.org/officeDocument/2006/relationships/tags" Target="../tags/tag312.xml"/><Relationship Id="rId2" Type="http://schemas.openxmlformats.org/officeDocument/2006/relationships/tags" Target="../tags/tag307.xml"/><Relationship Id="rId16" Type="http://schemas.openxmlformats.org/officeDocument/2006/relationships/tags" Target="../tags/tag321.xml"/><Relationship Id="rId20" Type="http://schemas.openxmlformats.org/officeDocument/2006/relationships/tags" Target="../tags/tag325.xml"/><Relationship Id="rId29" Type="http://schemas.openxmlformats.org/officeDocument/2006/relationships/tags" Target="../tags/tag334.xml"/><Relationship Id="rId41" Type="http://schemas.openxmlformats.org/officeDocument/2006/relationships/tags" Target="../tags/tag346.xml"/><Relationship Id="rId1" Type="http://schemas.openxmlformats.org/officeDocument/2006/relationships/tags" Target="../tags/tag306.xml"/><Relationship Id="rId6" Type="http://schemas.openxmlformats.org/officeDocument/2006/relationships/tags" Target="../tags/tag311.xml"/><Relationship Id="rId11" Type="http://schemas.openxmlformats.org/officeDocument/2006/relationships/tags" Target="../tags/tag316.xml"/><Relationship Id="rId24" Type="http://schemas.openxmlformats.org/officeDocument/2006/relationships/tags" Target="../tags/tag329.xml"/><Relationship Id="rId32" Type="http://schemas.openxmlformats.org/officeDocument/2006/relationships/tags" Target="../tags/tag337.xml"/><Relationship Id="rId37" Type="http://schemas.openxmlformats.org/officeDocument/2006/relationships/tags" Target="../tags/tag342.xml"/><Relationship Id="rId40" Type="http://schemas.openxmlformats.org/officeDocument/2006/relationships/tags" Target="../tags/tag345.xml"/><Relationship Id="rId5" Type="http://schemas.openxmlformats.org/officeDocument/2006/relationships/tags" Target="../tags/tag310.xml"/><Relationship Id="rId15" Type="http://schemas.openxmlformats.org/officeDocument/2006/relationships/tags" Target="../tags/tag320.xml"/><Relationship Id="rId23" Type="http://schemas.openxmlformats.org/officeDocument/2006/relationships/tags" Target="../tags/tag328.xml"/><Relationship Id="rId28" Type="http://schemas.openxmlformats.org/officeDocument/2006/relationships/tags" Target="../tags/tag333.xml"/><Relationship Id="rId36" Type="http://schemas.openxmlformats.org/officeDocument/2006/relationships/tags" Target="../tags/tag341.xml"/><Relationship Id="rId10" Type="http://schemas.openxmlformats.org/officeDocument/2006/relationships/tags" Target="../tags/tag315.xml"/><Relationship Id="rId19" Type="http://schemas.openxmlformats.org/officeDocument/2006/relationships/tags" Target="../tags/tag324.xml"/><Relationship Id="rId31" Type="http://schemas.openxmlformats.org/officeDocument/2006/relationships/tags" Target="../tags/tag336.xml"/><Relationship Id="rId44" Type="http://schemas.openxmlformats.org/officeDocument/2006/relationships/notesSlide" Target="../notesSlides/notesSlide14.xml"/><Relationship Id="rId4" Type="http://schemas.openxmlformats.org/officeDocument/2006/relationships/tags" Target="../tags/tag309.xml"/><Relationship Id="rId9" Type="http://schemas.openxmlformats.org/officeDocument/2006/relationships/tags" Target="../tags/tag314.xml"/><Relationship Id="rId14" Type="http://schemas.openxmlformats.org/officeDocument/2006/relationships/tags" Target="../tags/tag319.xml"/><Relationship Id="rId22" Type="http://schemas.openxmlformats.org/officeDocument/2006/relationships/tags" Target="../tags/tag327.xml"/><Relationship Id="rId27" Type="http://schemas.openxmlformats.org/officeDocument/2006/relationships/tags" Target="../tags/tag332.xml"/><Relationship Id="rId30" Type="http://schemas.openxmlformats.org/officeDocument/2006/relationships/tags" Target="../tags/tag335.xml"/><Relationship Id="rId35" Type="http://schemas.openxmlformats.org/officeDocument/2006/relationships/tags" Target="../tags/tag340.xml"/><Relationship Id="rId43" Type="http://schemas.openxmlformats.org/officeDocument/2006/relationships/slideLayout" Target="../slideLayouts/slideLayout13.xml"/><Relationship Id="rId8" Type="http://schemas.openxmlformats.org/officeDocument/2006/relationships/tags" Target="../tags/tag313.xml"/><Relationship Id="rId3" Type="http://schemas.openxmlformats.org/officeDocument/2006/relationships/tags" Target="../tags/tag308.xml"/><Relationship Id="rId12" Type="http://schemas.openxmlformats.org/officeDocument/2006/relationships/tags" Target="../tags/tag317.xml"/><Relationship Id="rId17" Type="http://schemas.openxmlformats.org/officeDocument/2006/relationships/tags" Target="../tags/tag322.xml"/><Relationship Id="rId25" Type="http://schemas.openxmlformats.org/officeDocument/2006/relationships/tags" Target="../tags/tag330.xml"/><Relationship Id="rId33" Type="http://schemas.openxmlformats.org/officeDocument/2006/relationships/tags" Target="../tags/tag338.xml"/><Relationship Id="rId38" Type="http://schemas.openxmlformats.org/officeDocument/2006/relationships/tags" Target="../tags/tag343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360.xml"/><Relationship Id="rId18" Type="http://schemas.openxmlformats.org/officeDocument/2006/relationships/tags" Target="../tags/tag365.xml"/><Relationship Id="rId26" Type="http://schemas.openxmlformats.org/officeDocument/2006/relationships/tags" Target="../tags/tag373.xml"/><Relationship Id="rId3" Type="http://schemas.openxmlformats.org/officeDocument/2006/relationships/tags" Target="../tags/tag350.xml"/><Relationship Id="rId21" Type="http://schemas.openxmlformats.org/officeDocument/2006/relationships/tags" Target="../tags/tag368.xml"/><Relationship Id="rId34" Type="http://schemas.openxmlformats.org/officeDocument/2006/relationships/customXml" Target="../ink/ink3.xml"/><Relationship Id="rId7" Type="http://schemas.openxmlformats.org/officeDocument/2006/relationships/tags" Target="../tags/tag354.xml"/><Relationship Id="rId12" Type="http://schemas.openxmlformats.org/officeDocument/2006/relationships/tags" Target="../tags/tag359.xml"/><Relationship Id="rId17" Type="http://schemas.openxmlformats.org/officeDocument/2006/relationships/tags" Target="../tags/tag364.xml"/><Relationship Id="rId25" Type="http://schemas.openxmlformats.org/officeDocument/2006/relationships/tags" Target="../tags/tag372.xml"/><Relationship Id="rId33" Type="http://schemas.openxmlformats.org/officeDocument/2006/relationships/notesSlide" Target="../notesSlides/notesSlide15.xml"/><Relationship Id="rId2" Type="http://schemas.openxmlformats.org/officeDocument/2006/relationships/tags" Target="../tags/tag349.xml"/><Relationship Id="rId16" Type="http://schemas.openxmlformats.org/officeDocument/2006/relationships/tags" Target="../tags/tag363.xml"/><Relationship Id="rId20" Type="http://schemas.openxmlformats.org/officeDocument/2006/relationships/tags" Target="../tags/tag367.xml"/><Relationship Id="rId29" Type="http://schemas.openxmlformats.org/officeDocument/2006/relationships/tags" Target="../tags/tag376.xml"/><Relationship Id="rId1" Type="http://schemas.openxmlformats.org/officeDocument/2006/relationships/tags" Target="../tags/tag348.xml"/><Relationship Id="rId6" Type="http://schemas.openxmlformats.org/officeDocument/2006/relationships/tags" Target="../tags/tag353.xml"/><Relationship Id="rId11" Type="http://schemas.openxmlformats.org/officeDocument/2006/relationships/tags" Target="../tags/tag358.xml"/><Relationship Id="rId24" Type="http://schemas.openxmlformats.org/officeDocument/2006/relationships/tags" Target="../tags/tag371.xml"/><Relationship Id="rId32" Type="http://schemas.openxmlformats.org/officeDocument/2006/relationships/slideLayout" Target="../slideLayouts/slideLayout13.xml"/><Relationship Id="rId5" Type="http://schemas.openxmlformats.org/officeDocument/2006/relationships/tags" Target="../tags/tag352.xml"/><Relationship Id="rId15" Type="http://schemas.openxmlformats.org/officeDocument/2006/relationships/tags" Target="../tags/tag362.xml"/><Relationship Id="rId23" Type="http://schemas.openxmlformats.org/officeDocument/2006/relationships/tags" Target="../tags/tag370.xml"/><Relationship Id="rId28" Type="http://schemas.openxmlformats.org/officeDocument/2006/relationships/tags" Target="../tags/tag375.xml"/><Relationship Id="rId10" Type="http://schemas.openxmlformats.org/officeDocument/2006/relationships/tags" Target="../tags/tag357.xml"/><Relationship Id="rId19" Type="http://schemas.openxmlformats.org/officeDocument/2006/relationships/tags" Target="../tags/tag366.xml"/><Relationship Id="rId31" Type="http://schemas.openxmlformats.org/officeDocument/2006/relationships/tags" Target="../tags/tag378.xml"/><Relationship Id="rId4" Type="http://schemas.openxmlformats.org/officeDocument/2006/relationships/tags" Target="../tags/tag351.xml"/><Relationship Id="rId9" Type="http://schemas.openxmlformats.org/officeDocument/2006/relationships/tags" Target="../tags/tag356.xml"/><Relationship Id="rId14" Type="http://schemas.openxmlformats.org/officeDocument/2006/relationships/tags" Target="../tags/tag361.xml"/><Relationship Id="rId22" Type="http://schemas.openxmlformats.org/officeDocument/2006/relationships/tags" Target="../tags/tag369.xml"/><Relationship Id="rId27" Type="http://schemas.openxmlformats.org/officeDocument/2006/relationships/tags" Target="../tags/tag374.xml"/><Relationship Id="rId30" Type="http://schemas.openxmlformats.org/officeDocument/2006/relationships/tags" Target="../tags/tag377.xml"/><Relationship Id="rId35" Type="http://schemas.openxmlformats.org/officeDocument/2006/relationships/image" Target="../media/image6.emf"/><Relationship Id="rId8" Type="http://schemas.openxmlformats.org/officeDocument/2006/relationships/tags" Target="../tags/tag35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386.xml"/><Relationship Id="rId13" Type="http://schemas.openxmlformats.org/officeDocument/2006/relationships/tags" Target="../tags/tag391.xml"/><Relationship Id="rId18" Type="http://schemas.openxmlformats.org/officeDocument/2006/relationships/tags" Target="../tags/tag396.xml"/><Relationship Id="rId3" Type="http://schemas.openxmlformats.org/officeDocument/2006/relationships/tags" Target="../tags/tag381.xml"/><Relationship Id="rId21" Type="http://schemas.openxmlformats.org/officeDocument/2006/relationships/tags" Target="../tags/tag399.xml"/><Relationship Id="rId7" Type="http://schemas.openxmlformats.org/officeDocument/2006/relationships/tags" Target="../tags/tag385.xml"/><Relationship Id="rId12" Type="http://schemas.openxmlformats.org/officeDocument/2006/relationships/tags" Target="../tags/tag390.xml"/><Relationship Id="rId17" Type="http://schemas.openxmlformats.org/officeDocument/2006/relationships/tags" Target="../tags/tag395.xml"/><Relationship Id="rId25" Type="http://schemas.openxmlformats.org/officeDocument/2006/relationships/image" Target="../media/image7.emf"/><Relationship Id="rId2" Type="http://schemas.openxmlformats.org/officeDocument/2006/relationships/tags" Target="../tags/tag380.xml"/><Relationship Id="rId16" Type="http://schemas.openxmlformats.org/officeDocument/2006/relationships/tags" Target="../tags/tag394.xml"/><Relationship Id="rId20" Type="http://schemas.openxmlformats.org/officeDocument/2006/relationships/tags" Target="../tags/tag398.xml"/><Relationship Id="rId1" Type="http://schemas.openxmlformats.org/officeDocument/2006/relationships/tags" Target="../tags/tag379.xml"/><Relationship Id="rId6" Type="http://schemas.openxmlformats.org/officeDocument/2006/relationships/tags" Target="../tags/tag384.xml"/><Relationship Id="rId11" Type="http://schemas.openxmlformats.org/officeDocument/2006/relationships/tags" Target="../tags/tag389.xml"/><Relationship Id="rId24" Type="http://schemas.openxmlformats.org/officeDocument/2006/relationships/customXml" Target="../ink/ink4.xml"/><Relationship Id="rId5" Type="http://schemas.openxmlformats.org/officeDocument/2006/relationships/tags" Target="../tags/tag383.xml"/><Relationship Id="rId15" Type="http://schemas.openxmlformats.org/officeDocument/2006/relationships/tags" Target="../tags/tag393.xml"/><Relationship Id="rId23" Type="http://schemas.openxmlformats.org/officeDocument/2006/relationships/notesSlide" Target="../notesSlides/notesSlide16.xml"/><Relationship Id="rId10" Type="http://schemas.openxmlformats.org/officeDocument/2006/relationships/tags" Target="../tags/tag388.xml"/><Relationship Id="rId19" Type="http://schemas.openxmlformats.org/officeDocument/2006/relationships/tags" Target="../tags/tag397.xml"/><Relationship Id="rId4" Type="http://schemas.openxmlformats.org/officeDocument/2006/relationships/tags" Target="../tags/tag382.xml"/><Relationship Id="rId9" Type="http://schemas.openxmlformats.org/officeDocument/2006/relationships/tags" Target="../tags/tag387.xml"/><Relationship Id="rId14" Type="http://schemas.openxmlformats.org/officeDocument/2006/relationships/tags" Target="../tags/tag392.xml"/><Relationship Id="rId22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407.xml"/><Relationship Id="rId13" Type="http://schemas.openxmlformats.org/officeDocument/2006/relationships/tags" Target="../tags/tag412.xml"/><Relationship Id="rId18" Type="http://schemas.openxmlformats.org/officeDocument/2006/relationships/tags" Target="../tags/tag417.xml"/><Relationship Id="rId26" Type="http://schemas.openxmlformats.org/officeDocument/2006/relationships/customXml" Target="../ink/ink5.xml"/><Relationship Id="rId3" Type="http://schemas.openxmlformats.org/officeDocument/2006/relationships/tags" Target="../tags/tag402.xml"/><Relationship Id="rId21" Type="http://schemas.openxmlformats.org/officeDocument/2006/relationships/tags" Target="../tags/tag420.xml"/><Relationship Id="rId7" Type="http://schemas.openxmlformats.org/officeDocument/2006/relationships/tags" Target="../tags/tag406.xml"/><Relationship Id="rId12" Type="http://schemas.openxmlformats.org/officeDocument/2006/relationships/tags" Target="../tags/tag411.xml"/><Relationship Id="rId17" Type="http://schemas.openxmlformats.org/officeDocument/2006/relationships/tags" Target="../tags/tag416.xml"/><Relationship Id="rId25" Type="http://schemas.openxmlformats.org/officeDocument/2006/relationships/notesSlide" Target="../notesSlides/notesSlide17.xml"/><Relationship Id="rId2" Type="http://schemas.openxmlformats.org/officeDocument/2006/relationships/tags" Target="../tags/tag401.xml"/><Relationship Id="rId16" Type="http://schemas.openxmlformats.org/officeDocument/2006/relationships/tags" Target="../tags/tag415.xml"/><Relationship Id="rId20" Type="http://schemas.openxmlformats.org/officeDocument/2006/relationships/tags" Target="../tags/tag419.xml"/><Relationship Id="rId1" Type="http://schemas.openxmlformats.org/officeDocument/2006/relationships/tags" Target="../tags/tag400.xml"/><Relationship Id="rId6" Type="http://schemas.openxmlformats.org/officeDocument/2006/relationships/tags" Target="../tags/tag405.xml"/><Relationship Id="rId11" Type="http://schemas.openxmlformats.org/officeDocument/2006/relationships/tags" Target="../tags/tag410.xml"/><Relationship Id="rId24" Type="http://schemas.openxmlformats.org/officeDocument/2006/relationships/slideLayout" Target="../slideLayouts/slideLayout15.xml"/><Relationship Id="rId5" Type="http://schemas.openxmlformats.org/officeDocument/2006/relationships/tags" Target="../tags/tag404.xml"/><Relationship Id="rId15" Type="http://schemas.openxmlformats.org/officeDocument/2006/relationships/tags" Target="../tags/tag414.xml"/><Relationship Id="rId23" Type="http://schemas.openxmlformats.org/officeDocument/2006/relationships/tags" Target="../tags/tag422.xml"/><Relationship Id="rId10" Type="http://schemas.openxmlformats.org/officeDocument/2006/relationships/tags" Target="../tags/tag409.xml"/><Relationship Id="rId19" Type="http://schemas.openxmlformats.org/officeDocument/2006/relationships/tags" Target="../tags/tag418.xml"/><Relationship Id="rId4" Type="http://schemas.openxmlformats.org/officeDocument/2006/relationships/tags" Target="../tags/tag403.xml"/><Relationship Id="rId9" Type="http://schemas.openxmlformats.org/officeDocument/2006/relationships/tags" Target="../tags/tag408.xml"/><Relationship Id="rId14" Type="http://schemas.openxmlformats.org/officeDocument/2006/relationships/tags" Target="../tags/tag413.xml"/><Relationship Id="rId22" Type="http://schemas.openxmlformats.org/officeDocument/2006/relationships/tags" Target="../tags/tag421.xml"/><Relationship Id="rId27" Type="http://schemas.openxmlformats.org/officeDocument/2006/relationships/image" Target="../media/image8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430.xml"/><Relationship Id="rId13" Type="http://schemas.openxmlformats.org/officeDocument/2006/relationships/tags" Target="../tags/tag435.xml"/><Relationship Id="rId18" Type="http://schemas.openxmlformats.org/officeDocument/2006/relationships/tags" Target="../tags/tag440.xml"/><Relationship Id="rId26" Type="http://schemas.openxmlformats.org/officeDocument/2006/relationships/tags" Target="../tags/tag448.xml"/><Relationship Id="rId3" Type="http://schemas.openxmlformats.org/officeDocument/2006/relationships/tags" Target="../tags/tag425.xml"/><Relationship Id="rId21" Type="http://schemas.openxmlformats.org/officeDocument/2006/relationships/tags" Target="../tags/tag443.xml"/><Relationship Id="rId7" Type="http://schemas.openxmlformats.org/officeDocument/2006/relationships/tags" Target="../tags/tag429.xml"/><Relationship Id="rId12" Type="http://schemas.openxmlformats.org/officeDocument/2006/relationships/tags" Target="../tags/tag434.xml"/><Relationship Id="rId17" Type="http://schemas.openxmlformats.org/officeDocument/2006/relationships/tags" Target="../tags/tag439.xml"/><Relationship Id="rId25" Type="http://schemas.openxmlformats.org/officeDocument/2006/relationships/tags" Target="../tags/tag447.xml"/><Relationship Id="rId2" Type="http://schemas.openxmlformats.org/officeDocument/2006/relationships/tags" Target="../tags/tag424.xml"/><Relationship Id="rId16" Type="http://schemas.openxmlformats.org/officeDocument/2006/relationships/tags" Target="../tags/tag438.xml"/><Relationship Id="rId20" Type="http://schemas.openxmlformats.org/officeDocument/2006/relationships/tags" Target="../tags/tag442.xml"/><Relationship Id="rId29" Type="http://schemas.openxmlformats.org/officeDocument/2006/relationships/slideLayout" Target="../slideLayouts/slideLayout13.xml"/><Relationship Id="rId1" Type="http://schemas.openxmlformats.org/officeDocument/2006/relationships/tags" Target="../tags/tag423.xml"/><Relationship Id="rId6" Type="http://schemas.openxmlformats.org/officeDocument/2006/relationships/tags" Target="../tags/tag428.xml"/><Relationship Id="rId11" Type="http://schemas.openxmlformats.org/officeDocument/2006/relationships/tags" Target="../tags/tag433.xml"/><Relationship Id="rId24" Type="http://schemas.openxmlformats.org/officeDocument/2006/relationships/tags" Target="../tags/tag446.xml"/><Relationship Id="rId32" Type="http://schemas.openxmlformats.org/officeDocument/2006/relationships/image" Target="../media/image9.emf"/><Relationship Id="rId5" Type="http://schemas.openxmlformats.org/officeDocument/2006/relationships/tags" Target="../tags/tag427.xml"/><Relationship Id="rId15" Type="http://schemas.openxmlformats.org/officeDocument/2006/relationships/tags" Target="../tags/tag437.xml"/><Relationship Id="rId23" Type="http://schemas.openxmlformats.org/officeDocument/2006/relationships/tags" Target="../tags/tag445.xml"/><Relationship Id="rId28" Type="http://schemas.openxmlformats.org/officeDocument/2006/relationships/tags" Target="../tags/tag450.xml"/><Relationship Id="rId10" Type="http://schemas.openxmlformats.org/officeDocument/2006/relationships/tags" Target="../tags/tag432.xml"/><Relationship Id="rId19" Type="http://schemas.openxmlformats.org/officeDocument/2006/relationships/tags" Target="../tags/tag441.xml"/><Relationship Id="rId31" Type="http://schemas.openxmlformats.org/officeDocument/2006/relationships/customXml" Target="../ink/ink6.xml"/><Relationship Id="rId4" Type="http://schemas.openxmlformats.org/officeDocument/2006/relationships/tags" Target="../tags/tag426.xml"/><Relationship Id="rId9" Type="http://schemas.openxmlformats.org/officeDocument/2006/relationships/tags" Target="../tags/tag431.xml"/><Relationship Id="rId14" Type="http://schemas.openxmlformats.org/officeDocument/2006/relationships/tags" Target="../tags/tag436.xml"/><Relationship Id="rId22" Type="http://schemas.openxmlformats.org/officeDocument/2006/relationships/tags" Target="../tags/tag444.xml"/><Relationship Id="rId27" Type="http://schemas.openxmlformats.org/officeDocument/2006/relationships/tags" Target="../tags/tag449.xml"/><Relationship Id="rId30" Type="http://schemas.openxmlformats.org/officeDocument/2006/relationships/notesSlide" Target="../notesSlides/notesSlide1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458.xml"/><Relationship Id="rId13" Type="http://schemas.openxmlformats.org/officeDocument/2006/relationships/tags" Target="../tags/tag463.xml"/><Relationship Id="rId18" Type="http://schemas.openxmlformats.org/officeDocument/2006/relationships/tags" Target="../tags/tag468.xml"/><Relationship Id="rId3" Type="http://schemas.openxmlformats.org/officeDocument/2006/relationships/tags" Target="../tags/tag453.xml"/><Relationship Id="rId21" Type="http://schemas.openxmlformats.org/officeDocument/2006/relationships/tags" Target="../tags/tag471.xml"/><Relationship Id="rId7" Type="http://schemas.openxmlformats.org/officeDocument/2006/relationships/tags" Target="../tags/tag457.xml"/><Relationship Id="rId12" Type="http://schemas.openxmlformats.org/officeDocument/2006/relationships/tags" Target="../tags/tag462.xml"/><Relationship Id="rId17" Type="http://schemas.openxmlformats.org/officeDocument/2006/relationships/tags" Target="../tags/tag467.xml"/><Relationship Id="rId2" Type="http://schemas.openxmlformats.org/officeDocument/2006/relationships/tags" Target="../tags/tag452.xml"/><Relationship Id="rId16" Type="http://schemas.openxmlformats.org/officeDocument/2006/relationships/tags" Target="../tags/tag466.xml"/><Relationship Id="rId20" Type="http://schemas.openxmlformats.org/officeDocument/2006/relationships/tags" Target="../tags/tag470.xml"/><Relationship Id="rId1" Type="http://schemas.openxmlformats.org/officeDocument/2006/relationships/tags" Target="../tags/tag451.xml"/><Relationship Id="rId6" Type="http://schemas.openxmlformats.org/officeDocument/2006/relationships/tags" Target="../tags/tag456.xml"/><Relationship Id="rId11" Type="http://schemas.openxmlformats.org/officeDocument/2006/relationships/tags" Target="../tags/tag461.xml"/><Relationship Id="rId5" Type="http://schemas.openxmlformats.org/officeDocument/2006/relationships/tags" Target="../tags/tag455.xml"/><Relationship Id="rId15" Type="http://schemas.openxmlformats.org/officeDocument/2006/relationships/tags" Target="../tags/tag465.xml"/><Relationship Id="rId23" Type="http://schemas.openxmlformats.org/officeDocument/2006/relationships/notesSlide" Target="../notesSlides/notesSlide19.xml"/><Relationship Id="rId10" Type="http://schemas.openxmlformats.org/officeDocument/2006/relationships/tags" Target="../tags/tag460.xml"/><Relationship Id="rId19" Type="http://schemas.openxmlformats.org/officeDocument/2006/relationships/tags" Target="../tags/tag469.xml"/><Relationship Id="rId4" Type="http://schemas.openxmlformats.org/officeDocument/2006/relationships/tags" Target="../tags/tag454.xml"/><Relationship Id="rId9" Type="http://schemas.openxmlformats.org/officeDocument/2006/relationships/tags" Target="../tags/tag459.xml"/><Relationship Id="rId14" Type="http://schemas.openxmlformats.org/officeDocument/2006/relationships/tags" Target="../tags/tag464.xml"/><Relationship Id="rId22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73.xml"/><Relationship Id="rId1" Type="http://schemas.openxmlformats.org/officeDocument/2006/relationships/tags" Target="../tags/tag472.xml"/><Relationship Id="rId4" Type="http://schemas.openxmlformats.org/officeDocument/2006/relationships/notesSlide" Target="../notesSlides/notesSlide20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481.xml"/><Relationship Id="rId13" Type="http://schemas.openxmlformats.org/officeDocument/2006/relationships/tags" Target="../tags/tag486.xml"/><Relationship Id="rId18" Type="http://schemas.openxmlformats.org/officeDocument/2006/relationships/tags" Target="../tags/tag491.xml"/><Relationship Id="rId3" Type="http://schemas.openxmlformats.org/officeDocument/2006/relationships/tags" Target="../tags/tag476.xml"/><Relationship Id="rId21" Type="http://schemas.openxmlformats.org/officeDocument/2006/relationships/tags" Target="../tags/tag494.xml"/><Relationship Id="rId7" Type="http://schemas.openxmlformats.org/officeDocument/2006/relationships/tags" Target="../tags/tag480.xml"/><Relationship Id="rId12" Type="http://schemas.openxmlformats.org/officeDocument/2006/relationships/tags" Target="../tags/tag485.xml"/><Relationship Id="rId17" Type="http://schemas.openxmlformats.org/officeDocument/2006/relationships/tags" Target="../tags/tag490.xml"/><Relationship Id="rId2" Type="http://schemas.openxmlformats.org/officeDocument/2006/relationships/tags" Target="../tags/tag475.xml"/><Relationship Id="rId16" Type="http://schemas.openxmlformats.org/officeDocument/2006/relationships/tags" Target="../tags/tag489.xml"/><Relationship Id="rId20" Type="http://schemas.openxmlformats.org/officeDocument/2006/relationships/tags" Target="../tags/tag493.xml"/><Relationship Id="rId1" Type="http://schemas.openxmlformats.org/officeDocument/2006/relationships/tags" Target="../tags/tag474.xml"/><Relationship Id="rId6" Type="http://schemas.openxmlformats.org/officeDocument/2006/relationships/tags" Target="../tags/tag479.xml"/><Relationship Id="rId11" Type="http://schemas.openxmlformats.org/officeDocument/2006/relationships/tags" Target="../tags/tag484.xml"/><Relationship Id="rId5" Type="http://schemas.openxmlformats.org/officeDocument/2006/relationships/tags" Target="../tags/tag478.xml"/><Relationship Id="rId15" Type="http://schemas.openxmlformats.org/officeDocument/2006/relationships/tags" Target="../tags/tag488.xml"/><Relationship Id="rId23" Type="http://schemas.openxmlformats.org/officeDocument/2006/relationships/notesSlide" Target="../notesSlides/notesSlide21.xml"/><Relationship Id="rId10" Type="http://schemas.openxmlformats.org/officeDocument/2006/relationships/tags" Target="../tags/tag483.xml"/><Relationship Id="rId19" Type="http://schemas.openxmlformats.org/officeDocument/2006/relationships/tags" Target="../tags/tag492.xml"/><Relationship Id="rId4" Type="http://schemas.openxmlformats.org/officeDocument/2006/relationships/tags" Target="../tags/tag477.xml"/><Relationship Id="rId9" Type="http://schemas.openxmlformats.org/officeDocument/2006/relationships/tags" Target="../tags/tag482.xml"/><Relationship Id="rId14" Type="http://schemas.openxmlformats.org/officeDocument/2006/relationships/tags" Target="../tags/tag487.xml"/><Relationship Id="rId22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502.xml"/><Relationship Id="rId13" Type="http://schemas.openxmlformats.org/officeDocument/2006/relationships/tags" Target="../tags/tag507.xml"/><Relationship Id="rId18" Type="http://schemas.openxmlformats.org/officeDocument/2006/relationships/tags" Target="../tags/tag512.xml"/><Relationship Id="rId3" Type="http://schemas.openxmlformats.org/officeDocument/2006/relationships/tags" Target="../tags/tag497.xml"/><Relationship Id="rId21" Type="http://schemas.openxmlformats.org/officeDocument/2006/relationships/notesSlide" Target="../notesSlides/notesSlide22.xml"/><Relationship Id="rId7" Type="http://schemas.openxmlformats.org/officeDocument/2006/relationships/tags" Target="../tags/tag501.xml"/><Relationship Id="rId12" Type="http://schemas.openxmlformats.org/officeDocument/2006/relationships/tags" Target="../tags/tag506.xml"/><Relationship Id="rId17" Type="http://schemas.openxmlformats.org/officeDocument/2006/relationships/tags" Target="../tags/tag511.xml"/><Relationship Id="rId2" Type="http://schemas.openxmlformats.org/officeDocument/2006/relationships/tags" Target="../tags/tag496.xml"/><Relationship Id="rId16" Type="http://schemas.openxmlformats.org/officeDocument/2006/relationships/tags" Target="../tags/tag510.xml"/><Relationship Id="rId20" Type="http://schemas.openxmlformats.org/officeDocument/2006/relationships/slideLayout" Target="../slideLayouts/slideLayout13.xml"/><Relationship Id="rId1" Type="http://schemas.openxmlformats.org/officeDocument/2006/relationships/tags" Target="../tags/tag495.xml"/><Relationship Id="rId6" Type="http://schemas.openxmlformats.org/officeDocument/2006/relationships/tags" Target="../tags/tag500.xml"/><Relationship Id="rId11" Type="http://schemas.openxmlformats.org/officeDocument/2006/relationships/tags" Target="../tags/tag505.xml"/><Relationship Id="rId5" Type="http://schemas.openxmlformats.org/officeDocument/2006/relationships/tags" Target="../tags/tag499.xml"/><Relationship Id="rId15" Type="http://schemas.openxmlformats.org/officeDocument/2006/relationships/tags" Target="../tags/tag509.xml"/><Relationship Id="rId10" Type="http://schemas.openxmlformats.org/officeDocument/2006/relationships/tags" Target="../tags/tag504.xml"/><Relationship Id="rId19" Type="http://schemas.openxmlformats.org/officeDocument/2006/relationships/tags" Target="../tags/tag513.xml"/><Relationship Id="rId4" Type="http://schemas.openxmlformats.org/officeDocument/2006/relationships/tags" Target="../tags/tag498.xml"/><Relationship Id="rId9" Type="http://schemas.openxmlformats.org/officeDocument/2006/relationships/tags" Target="../tags/tag503.xml"/><Relationship Id="rId14" Type="http://schemas.openxmlformats.org/officeDocument/2006/relationships/tags" Target="../tags/tag50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521.xml"/><Relationship Id="rId13" Type="http://schemas.openxmlformats.org/officeDocument/2006/relationships/tags" Target="../tags/tag526.xml"/><Relationship Id="rId18" Type="http://schemas.openxmlformats.org/officeDocument/2006/relationships/slideLayout" Target="../slideLayouts/slideLayout13.xml"/><Relationship Id="rId3" Type="http://schemas.openxmlformats.org/officeDocument/2006/relationships/tags" Target="../tags/tag516.xml"/><Relationship Id="rId7" Type="http://schemas.openxmlformats.org/officeDocument/2006/relationships/tags" Target="../tags/tag520.xml"/><Relationship Id="rId12" Type="http://schemas.openxmlformats.org/officeDocument/2006/relationships/tags" Target="../tags/tag525.xml"/><Relationship Id="rId17" Type="http://schemas.openxmlformats.org/officeDocument/2006/relationships/tags" Target="../tags/tag530.xml"/><Relationship Id="rId2" Type="http://schemas.openxmlformats.org/officeDocument/2006/relationships/tags" Target="../tags/tag515.xml"/><Relationship Id="rId16" Type="http://schemas.openxmlformats.org/officeDocument/2006/relationships/tags" Target="../tags/tag529.xml"/><Relationship Id="rId1" Type="http://schemas.openxmlformats.org/officeDocument/2006/relationships/tags" Target="../tags/tag514.xml"/><Relationship Id="rId6" Type="http://schemas.openxmlformats.org/officeDocument/2006/relationships/tags" Target="../tags/tag519.xml"/><Relationship Id="rId11" Type="http://schemas.openxmlformats.org/officeDocument/2006/relationships/tags" Target="../tags/tag524.xml"/><Relationship Id="rId5" Type="http://schemas.openxmlformats.org/officeDocument/2006/relationships/tags" Target="../tags/tag518.xml"/><Relationship Id="rId15" Type="http://schemas.openxmlformats.org/officeDocument/2006/relationships/tags" Target="../tags/tag528.xml"/><Relationship Id="rId10" Type="http://schemas.openxmlformats.org/officeDocument/2006/relationships/tags" Target="../tags/tag523.xml"/><Relationship Id="rId19" Type="http://schemas.openxmlformats.org/officeDocument/2006/relationships/notesSlide" Target="../notesSlides/notesSlide23.xml"/><Relationship Id="rId4" Type="http://schemas.openxmlformats.org/officeDocument/2006/relationships/tags" Target="../tags/tag517.xml"/><Relationship Id="rId9" Type="http://schemas.openxmlformats.org/officeDocument/2006/relationships/tags" Target="../tags/tag522.xml"/><Relationship Id="rId14" Type="http://schemas.openxmlformats.org/officeDocument/2006/relationships/tags" Target="../tags/tag52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538.xml"/><Relationship Id="rId13" Type="http://schemas.openxmlformats.org/officeDocument/2006/relationships/tags" Target="../tags/tag543.xml"/><Relationship Id="rId18" Type="http://schemas.openxmlformats.org/officeDocument/2006/relationships/tags" Target="../tags/tag548.xml"/><Relationship Id="rId3" Type="http://schemas.openxmlformats.org/officeDocument/2006/relationships/tags" Target="../tags/tag533.xml"/><Relationship Id="rId21" Type="http://schemas.openxmlformats.org/officeDocument/2006/relationships/tags" Target="../tags/tag551.xml"/><Relationship Id="rId7" Type="http://schemas.openxmlformats.org/officeDocument/2006/relationships/tags" Target="../tags/tag537.xml"/><Relationship Id="rId12" Type="http://schemas.openxmlformats.org/officeDocument/2006/relationships/tags" Target="../tags/tag542.xml"/><Relationship Id="rId17" Type="http://schemas.openxmlformats.org/officeDocument/2006/relationships/tags" Target="../tags/tag547.xml"/><Relationship Id="rId2" Type="http://schemas.openxmlformats.org/officeDocument/2006/relationships/tags" Target="../tags/tag532.xml"/><Relationship Id="rId16" Type="http://schemas.openxmlformats.org/officeDocument/2006/relationships/tags" Target="../tags/tag546.xml"/><Relationship Id="rId20" Type="http://schemas.openxmlformats.org/officeDocument/2006/relationships/tags" Target="../tags/tag550.xml"/><Relationship Id="rId1" Type="http://schemas.openxmlformats.org/officeDocument/2006/relationships/tags" Target="../tags/tag531.xml"/><Relationship Id="rId6" Type="http://schemas.openxmlformats.org/officeDocument/2006/relationships/tags" Target="../tags/tag536.xml"/><Relationship Id="rId11" Type="http://schemas.openxmlformats.org/officeDocument/2006/relationships/tags" Target="../tags/tag541.xml"/><Relationship Id="rId5" Type="http://schemas.openxmlformats.org/officeDocument/2006/relationships/tags" Target="../tags/tag535.xml"/><Relationship Id="rId15" Type="http://schemas.openxmlformats.org/officeDocument/2006/relationships/tags" Target="../tags/tag545.xml"/><Relationship Id="rId23" Type="http://schemas.openxmlformats.org/officeDocument/2006/relationships/notesSlide" Target="../notesSlides/notesSlide24.xml"/><Relationship Id="rId10" Type="http://schemas.openxmlformats.org/officeDocument/2006/relationships/tags" Target="../tags/tag540.xml"/><Relationship Id="rId19" Type="http://schemas.openxmlformats.org/officeDocument/2006/relationships/tags" Target="../tags/tag549.xml"/><Relationship Id="rId4" Type="http://schemas.openxmlformats.org/officeDocument/2006/relationships/tags" Target="../tags/tag534.xml"/><Relationship Id="rId9" Type="http://schemas.openxmlformats.org/officeDocument/2006/relationships/tags" Target="../tags/tag539.xml"/><Relationship Id="rId14" Type="http://schemas.openxmlformats.org/officeDocument/2006/relationships/tags" Target="../tags/tag544.xml"/><Relationship Id="rId22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53.xml"/><Relationship Id="rId1" Type="http://schemas.openxmlformats.org/officeDocument/2006/relationships/tags" Target="../tags/tag552.xml"/><Relationship Id="rId4" Type="http://schemas.openxmlformats.org/officeDocument/2006/relationships/notesSlide" Target="../notesSlides/notesSlide2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561.xml"/><Relationship Id="rId13" Type="http://schemas.openxmlformats.org/officeDocument/2006/relationships/tags" Target="../tags/tag566.xml"/><Relationship Id="rId18" Type="http://schemas.openxmlformats.org/officeDocument/2006/relationships/tags" Target="../tags/tag571.xml"/><Relationship Id="rId26" Type="http://schemas.openxmlformats.org/officeDocument/2006/relationships/tags" Target="../tags/tag579.xml"/><Relationship Id="rId3" Type="http://schemas.openxmlformats.org/officeDocument/2006/relationships/tags" Target="../tags/tag556.xml"/><Relationship Id="rId21" Type="http://schemas.openxmlformats.org/officeDocument/2006/relationships/tags" Target="../tags/tag574.xml"/><Relationship Id="rId7" Type="http://schemas.openxmlformats.org/officeDocument/2006/relationships/tags" Target="../tags/tag560.xml"/><Relationship Id="rId12" Type="http://schemas.openxmlformats.org/officeDocument/2006/relationships/tags" Target="../tags/tag565.xml"/><Relationship Id="rId17" Type="http://schemas.openxmlformats.org/officeDocument/2006/relationships/tags" Target="../tags/tag570.xml"/><Relationship Id="rId25" Type="http://schemas.openxmlformats.org/officeDocument/2006/relationships/tags" Target="../tags/tag578.xml"/><Relationship Id="rId2" Type="http://schemas.openxmlformats.org/officeDocument/2006/relationships/tags" Target="../tags/tag555.xml"/><Relationship Id="rId16" Type="http://schemas.openxmlformats.org/officeDocument/2006/relationships/tags" Target="../tags/tag569.xml"/><Relationship Id="rId20" Type="http://schemas.openxmlformats.org/officeDocument/2006/relationships/tags" Target="../tags/tag573.xml"/><Relationship Id="rId1" Type="http://schemas.openxmlformats.org/officeDocument/2006/relationships/tags" Target="../tags/tag554.xml"/><Relationship Id="rId6" Type="http://schemas.openxmlformats.org/officeDocument/2006/relationships/tags" Target="../tags/tag559.xml"/><Relationship Id="rId11" Type="http://schemas.openxmlformats.org/officeDocument/2006/relationships/tags" Target="../tags/tag564.xml"/><Relationship Id="rId24" Type="http://schemas.openxmlformats.org/officeDocument/2006/relationships/tags" Target="../tags/tag577.xml"/><Relationship Id="rId5" Type="http://schemas.openxmlformats.org/officeDocument/2006/relationships/tags" Target="../tags/tag558.xml"/><Relationship Id="rId15" Type="http://schemas.openxmlformats.org/officeDocument/2006/relationships/tags" Target="../tags/tag568.xml"/><Relationship Id="rId23" Type="http://schemas.openxmlformats.org/officeDocument/2006/relationships/tags" Target="../tags/tag576.xml"/><Relationship Id="rId10" Type="http://schemas.openxmlformats.org/officeDocument/2006/relationships/tags" Target="../tags/tag563.xml"/><Relationship Id="rId19" Type="http://schemas.openxmlformats.org/officeDocument/2006/relationships/tags" Target="../tags/tag572.xml"/><Relationship Id="rId4" Type="http://schemas.openxmlformats.org/officeDocument/2006/relationships/tags" Target="../tags/tag557.xml"/><Relationship Id="rId9" Type="http://schemas.openxmlformats.org/officeDocument/2006/relationships/tags" Target="../tags/tag562.xml"/><Relationship Id="rId14" Type="http://schemas.openxmlformats.org/officeDocument/2006/relationships/tags" Target="../tags/tag567.xml"/><Relationship Id="rId22" Type="http://schemas.openxmlformats.org/officeDocument/2006/relationships/tags" Target="../tags/tag575.xml"/><Relationship Id="rId27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587.xml"/><Relationship Id="rId13" Type="http://schemas.openxmlformats.org/officeDocument/2006/relationships/tags" Target="../tags/tag592.xml"/><Relationship Id="rId18" Type="http://schemas.openxmlformats.org/officeDocument/2006/relationships/tags" Target="../tags/tag597.xml"/><Relationship Id="rId26" Type="http://schemas.openxmlformats.org/officeDocument/2006/relationships/tags" Target="../tags/tag605.xml"/><Relationship Id="rId3" Type="http://schemas.openxmlformats.org/officeDocument/2006/relationships/tags" Target="../tags/tag582.xml"/><Relationship Id="rId21" Type="http://schemas.openxmlformats.org/officeDocument/2006/relationships/tags" Target="../tags/tag600.xml"/><Relationship Id="rId7" Type="http://schemas.openxmlformats.org/officeDocument/2006/relationships/tags" Target="../tags/tag586.xml"/><Relationship Id="rId12" Type="http://schemas.openxmlformats.org/officeDocument/2006/relationships/tags" Target="../tags/tag591.xml"/><Relationship Id="rId17" Type="http://schemas.openxmlformats.org/officeDocument/2006/relationships/tags" Target="../tags/tag596.xml"/><Relationship Id="rId25" Type="http://schemas.openxmlformats.org/officeDocument/2006/relationships/tags" Target="../tags/tag604.xml"/><Relationship Id="rId2" Type="http://schemas.openxmlformats.org/officeDocument/2006/relationships/tags" Target="../tags/tag581.xml"/><Relationship Id="rId16" Type="http://schemas.openxmlformats.org/officeDocument/2006/relationships/tags" Target="../tags/tag595.xml"/><Relationship Id="rId20" Type="http://schemas.openxmlformats.org/officeDocument/2006/relationships/tags" Target="../tags/tag599.xml"/><Relationship Id="rId1" Type="http://schemas.openxmlformats.org/officeDocument/2006/relationships/tags" Target="../tags/tag580.xml"/><Relationship Id="rId6" Type="http://schemas.openxmlformats.org/officeDocument/2006/relationships/tags" Target="../tags/tag585.xml"/><Relationship Id="rId11" Type="http://schemas.openxmlformats.org/officeDocument/2006/relationships/tags" Target="../tags/tag590.xml"/><Relationship Id="rId24" Type="http://schemas.openxmlformats.org/officeDocument/2006/relationships/tags" Target="../tags/tag603.xml"/><Relationship Id="rId5" Type="http://schemas.openxmlformats.org/officeDocument/2006/relationships/tags" Target="../tags/tag584.xml"/><Relationship Id="rId15" Type="http://schemas.openxmlformats.org/officeDocument/2006/relationships/tags" Target="../tags/tag594.xml"/><Relationship Id="rId23" Type="http://schemas.openxmlformats.org/officeDocument/2006/relationships/tags" Target="../tags/tag602.xml"/><Relationship Id="rId10" Type="http://schemas.openxmlformats.org/officeDocument/2006/relationships/tags" Target="../tags/tag589.xml"/><Relationship Id="rId19" Type="http://schemas.openxmlformats.org/officeDocument/2006/relationships/tags" Target="../tags/tag598.xml"/><Relationship Id="rId4" Type="http://schemas.openxmlformats.org/officeDocument/2006/relationships/tags" Target="../tags/tag583.xml"/><Relationship Id="rId9" Type="http://schemas.openxmlformats.org/officeDocument/2006/relationships/tags" Target="../tags/tag588.xml"/><Relationship Id="rId14" Type="http://schemas.openxmlformats.org/officeDocument/2006/relationships/tags" Target="../tags/tag593.xml"/><Relationship Id="rId22" Type="http://schemas.openxmlformats.org/officeDocument/2006/relationships/tags" Target="../tags/tag601.xml"/><Relationship Id="rId27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613.xml"/><Relationship Id="rId13" Type="http://schemas.openxmlformats.org/officeDocument/2006/relationships/tags" Target="../tags/tag618.xml"/><Relationship Id="rId18" Type="http://schemas.openxmlformats.org/officeDocument/2006/relationships/tags" Target="../tags/tag623.xml"/><Relationship Id="rId26" Type="http://schemas.openxmlformats.org/officeDocument/2006/relationships/tags" Target="../tags/tag631.xml"/><Relationship Id="rId3" Type="http://schemas.openxmlformats.org/officeDocument/2006/relationships/tags" Target="../tags/tag608.xml"/><Relationship Id="rId21" Type="http://schemas.openxmlformats.org/officeDocument/2006/relationships/tags" Target="../tags/tag626.xml"/><Relationship Id="rId7" Type="http://schemas.openxmlformats.org/officeDocument/2006/relationships/tags" Target="../tags/tag612.xml"/><Relationship Id="rId12" Type="http://schemas.openxmlformats.org/officeDocument/2006/relationships/tags" Target="../tags/tag617.xml"/><Relationship Id="rId17" Type="http://schemas.openxmlformats.org/officeDocument/2006/relationships/tags" Target="../tags/tag622.xml"/><Relationship Id="rId25" Type="http://schemas.openxmlformats.org/officeDocument/2006/relationships/tags" Target="../tags/tag630.xml"/><Relationship Id="rId2" Type="http://schemas.openxmlformats.org/officeDocument/2006/relationships/tags" Target="../tags/tag607.xml"/><Relationship Id="rId16" Type="http://schemas.openxmlformats.org/officeDocument/2006/relationships/tags" Target="../tags/tag621.xml"/><Relationship Id="rId20" Type="http://schemas.openxmlformats.org/officeDocument/2006/relationships/tags" Target="../tags/tag625.xml"/><Relationship Id="rId1" Type="http://schemas.openxmlformats.org/officeDocument/2006/relationships/tags" Target="../tags/tag606.xml"/><Relationship Id="rId6" Type="http://schemas.openxmlformats.org/officeDocument/2006/relationships/tags" Target="../tags/tag611.xml"/><Relationship Id="rId11" Type="http://schemas.openxmlformats.org/officeDocument/2006/relationships/tags" Target="../tags/tag616.xml"/><Relationship Id="rId24" Type="http://schemas.openxmlformats.org/officeDocument/2006/relationships/tags" Target="../tags/tag629.xml"/><Relationship Id="rId5" Type="http://schemas.openxmlformats.org/officeDocument/2006/relationships/tags" Target="../tags/tag610.xml"/><Relationship Id="rId15" Type="http://schemas.openxmlformats.org/officeDocument/2006/relationships/tags" Target="../tags/tag620.xml"/><Relationship Id="rId23" Type="http://schemas.openxmlformats.org/officeDocument/2006/relationships/tags" Target="../tags/tag628.xml"/><Relationship Id="rId10" Type="http://schemas.openxmlformats.org/officeDocument/2006/relationships/tags" Target="../tags/tag615.xml"/><Relationship Id="rId19" Type="http://schemas.openxmlformats.org/officeDocument/2006/relationships/tags" Target="../tags/tag624.xml"/><Relationship Id="rId4" Type="http://schemas.openxmlformats.org/officeDocument/2006/relationships/tags" Target="../tags/tag609.xml"/><Relationship Id="rId9" Type="http://schemas.openxmlformats.org/officeDocument/2006/relationships/tags" Target="../tags/tag614.xml"/><Relationship Id="rId14" Type="http://schemas.openxmlformats.org/officeDocument/2006/relationships/tags" Target="../tags/tag619.xml"/><Relationship Id="rId22" Type="http://schemas.openxmlformats.org/officeDocument/2006/relationships/tags" Target="../tags/tag627.xml"/><Relationship Id="rId27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639.xml"/><Relationship Id="rId13" Type="http://schemas.openxmlformats.org/officeDocument/2006/relationships/tags" Target="../tags/tag644.xml"/><Relationship Id="rId18" Type="http://schemas.openxmlformats.org/officeDocument/2006/relationships/tags" Target="../tags/tag649.xml"/><Relationship Id="rId3" Type="http://schemas.openxmlformats.org/officeDocument/2006/relationships/tags" Target="../tags/tag634.xml"/><Relationship Id="rId21" Type="http://schemas.openxmlformats.org/officeDocument/2006/relationships/tags" Target="../tags/tag652.xml"/><Relationship Id="rId7" Type="http://schemas.openxmlformats.org/officeDocument/2006/relationships/tags" Target="../tags/tag638.xml"/><Relationship Id="rId12" Type="http://schemas.openxmlformats.org/officeDocument/2006/relationships/tags" Target="../tags/tag643.xml"/><Relationship Id="rId17" Type="http://schemas.openxmlformats.org/officeDocument/2006/relationships/tags" Target="../tags/tag648.xml"/><Relationship Id="rId2" Type="http://schemas.openxmlformats.org/officeDocument/2006/relationships/tags" Target="../tags/tag633.xml"/><Relationship Id="rId16" Type="http://schemas.openxmlformats.org/officeDocument/2006/relationships/tags" Target="../tags/tag647.xml"/><Relationship Id="rId20" Type="http://schemas.openxmlformats.org/officeDocument/2006/relationships/tags" Target="../tags/tag651.xml"/><Relationship Id="rId1" Type="http://schemas.openxmlformats.org/officeDocument/2006/relationships/tags" Target="../tags/tag632.xml"/><Relationship Id="rId6" Type="http://schemas.openxmlformats.org/officeDocument/2006/relationships/tags" Target="../tags/tag637.xml"/><Relationship Id="rId11" Type="http://schemas.openxmlformats.org/officeDocument/2006/relationships/tags" Target="../tags/tag642.xml"/><Relationship Id="rId24" Type="http://schemas.openxmlformats.org/officeDocument/2006/relationships/slideLayout" Target="../slideLayouts/slideLayout13.xml"/><Relationship Id="rId5" Type="http://schemas.openxmlformats.org/officeDocument/2006/relationships/tags" Target="../tags/tag636.xml"/><Relationship Id="rId15" Type="http://schemas.openxmlformats.org/officeDocument/2006/relationships/tags" Target="../tags/tag646.xml"/><Relationship Id="rId23" Type="http://schemas.openxmlformats.org/officeDocument/2006/relationships/tags" Target="../tags/tag654.xml"/><Relationship Id="rId10" Type="http://schemas.openxmlformats.org/officeDocument/2006/relationships/tags" Target="../tags/tag641.xml"/><Relationship Id="rId19" Type="http://schemas.openxmlformats.org/officeDocument/2006/relationships/tags" Target="../tags/tag650.xml"/><Relationship Id="rId4" Type="http://schemas.openxmlformats.org/officeDocument/2006/relationships/tags" Target="../tags/tag635.xml"/><Relationship Id="rId9" Type="http://schemas.openxmlformats.org/officeDocument/2006/relationships/tags" Target="../tags/tag640.xml"/><Relationship Id="rId14" Type="http://schemas.openxmlformats.org/officeDocument/2006/relationships/tags" Target="../tags/tag645.xml"/><Relationship Id="rId22" Type="http://schemas.openxmlformats.org/officeDocument/2006/relationships/tags" Target="../tags/tag65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662.xml"/><Relationship Id="rId13" Type="http://schemas.openxmlformats.org/officeDocument/2006/relationships/notesSlide" Target="../notesSlides/notesSlide26.xml"/><Relationship Id="rId3" Type="http://schemas.openxmlformats.org/officeDocument/2006/relationships/tags" Target="../tags/tag657.xml"/><Relationship Id="rId7" Type="http://schemas.openxmlformats.org/officeDocument/2006/relationships/tags" Target="../tags/tag661.xml"/><Relationship Id="rId12" Type="http://schemas.openxmlformats.org/officeDocument/2006/relationships/slideLayout" Target="../slideLayouts/slideLayout13.xml"/><Relationship Id="rId2" Type="http://schemas.openxmlformats.org/officeDocument/2006/relationships/tags" Target="../tags/tag656.xml"/><Relationship Id="rId16" Type="http://schemas.openxmlformats.org/officeDocument/2006/relationships/image" Target="../media/image11.emf"/><Relationship Id="rId1" Type="http://schemas.openxmlformats.org/officeDocument/2006/relationships/tags" Target="../tags/tag655.xml"/><Relationship Id="rId6" Type="http://schemas.openxmlformats.org/officeDocument/2006/relationships/tags" Target="../tags/tag660.xml"/><Relationship Id="rId11" Type="http://schemas.openxmlformats.org/officeDocument/2006/relationships/tags" Target="../tags/tag665.xml"/><Relationship Id="rId5" Type="http://schemas.openxmlformats.org/officeDocument/2006/relationships/tags" Target="../tags/tag659.xml"/><Relationship Id="rId15" Type="http://schemas.openxmlformats.org/officeDocument/2006/relationships/customXml" Target="../ink/ink7.xml"/><Relationship Id="rId10" Type="http://schemas.openxmlformats.org/officeDocument/2006/relationships/tags" Target="../tags/tag664.xml"/><Relationship Id="rId4" Type="http://schemas.openxmlformats.org/officeDocument/2006/relationships/tags" Target="../tags/tag658.xml"/><Relationship Id="rId9" Type="http://schemas.openxmlformats.org/officeDocument/2006/relationships/tags" Target="../tags/tag663.xml"/><Relationship Id="rId14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673.xml"/><Relationship Id="rId13" Type="http://schemas.openxmlformats.org/officeDocument/2006/relationships/tags" Target="../tags/tag678.xml"/><Relationship Id="rId18" Type="http://schemas.openxmlformats.org/officeDocument/2006/relationships/tags" Target="../tags/tag683.xml"/><Relationship Id="rId3" Type="http://schemas.openxmlformats.org/officeDocument/2006/relationships/tags" Target="../tags/tag668.xml"/><Relationship Id="rId21" Type="http://schemas.openxmlformats.org/officeDocument/2006/relationships/tags" Target="../tags/tag686.xml"/><Relationship Id="rId7" Type="http://schemas.openxmlformats.org/officeDocument/2006/relationships/tags" Target="../tags/tag672.xml"/><Relationship Id="rId12" Type="http://schemas.openxmlformats.org/officeDocument/2006/relationships/tags" Target="../tags/tag677.xml"/><Relationship Id="rId17" Type="http://schemas.openxmlformats.org/officeDocument/2006/relationships/tags" Target="../tags/tag682.xml"/><Relationship Id="rId25" Type="http://schemas.openxmlformats.org/officeDocument/2006/relationships/image" Target="../media/image12.emf"/><Relationship Id="rId2" Type="http://schemas.openxmlformats.org/officeDocument/2006/relationships/tags" Target="../tags/tag667.xml"/><Relationship Id="rId16" Type="http://schemas.openxmlformats.org/officeDocument/2006/relationships/tags" Target="../tags/tag681.xml"/><Relationship Id="rId20" Type="http://schemas.openxmlformats.org/officeDocument/2006/relationships/tags" Target="../tags/tag685.xml"/><Relationship Id="rId1" Type="http://schemas.openxmlformats.org/officeDocument/2006/relationships/tags" Target="../tags/tag666.xml"/><Relationship Id="rId6" Type="http://schemas.openxmlformats.org/officeDocument/2006/relationships/tags" Target="../tags/tag671.xml"/><Relationship Id="rId11" Type="http://schemas.openxmlformats.org/officeDocument/2006/relationships/tags" Target="../tags/tag676.xml"/><Relationship Id="rId24" Type="http://schemas.openxmlformats.org/officeDocument/2006/relationships/customXml" Target="../ink/ink8.xml"/><Relationship Id="rId5" Type="http://schemas.openxmlformats.org/officeDocument/2006/relationships/tags" Target="../tags/tag670.xml"/><Relationship Id="rId15" Type="http://schemas.openxmlformats.org/officeDocument/2006/relationships/tags" Target="../tags/tag680.xml"/><Relationship Id="rId23" Type="http://schemas.openxmlformats.org/officeDocument/2006/relationships/notesSlide" Target="../notesSlides/notesSlide27.xml"/><Relationship Id="rId10" Type="http://schemas.openxmlformats.org/officeDocument/2006/relationships/tags" Target="../tags/tag675.xml"/><Relationship Id="rId19" Type="http://schemas.openxmlformats.org/officeDocument/2006/relationships/tags" Target="../tags/tag684.xml"/><Relationship Id="rId4" Type="http://schemas.openxmlformats.org/officeDocument/2006/relationships/tags" Target="../tags/tag669.xml"/><Relationship Id="rId9" Type="http://schemas.openxmlformats.org/officeDocument/2006/relationships/tags" Target="../tags/tag674.xml"/><Relationship Id="rId14" Type="http://schemas.openxmlformats.org/officeDocument/2006/relationships/tags" Target="../tags/tag679.xml"/><Relationship Id="rId22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Isosceles Triangle 89"/>
          <p:cNvSpPr/>
          <p:nvPr/>
        </p:nvSpPr>
        <p:spPr>
          <a:xfrm>
            <a:off x="3999218" y="2207890"/>
            <a:ext cx="3429000" cy="3459259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Isosceles Triangle 88"/>
          <p:cNvSpPr/>
          <p:nvPr/>
        </p:nvSpPr>
        <p:spPr>
          <a:xfrm>
            <a:off x="2538313" y="2269012"/>
            <a:ext cx="1832824" cy="1691679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Reminder: </a:t>
            </a:r>
            <a:r>
              <a:rPr lang="en-US" dirty="0"/>
              <a:t>T</a:t>
            </a:r>
            <a:r>
              <a:rPr lang="en-US" dirty="0" smtClean="0"/>
              <a:t>ree terminology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622C7-AF21-2E4F-B881-B4B79AD45CE0}" type="slidenum">
              <a:rPr lang="en-US" smtClean="0"/>
              <a:t>1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846053" y="1797057"/>
            <a:ext cx="3553366" cy="3629025"/>
            <a:chOff x="4083338" y="1600200"/>
            <a:chExt cx="4371687" cy="4038600"/>
          </a:xfrm>
        </p:grpSpPr>
        <p:sp>
          <p:nvSpPr>
            <p:cNvPr id="8" name="Oval 3"/>
            <p:cNvSpPr>
              <a:spLocks noChangeAspect="1"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6781800" y="16002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/>
                <a:t>A</a:t>
              </a:r>
            </a:p>
          </p:txBody>
        </p:sp>
        <p:cxnSp>
          <p:nvCxnSpPr>
            <p:cNvPr id="9" name="AutoShape 4"/>
            <p:cNvCxnSpPr>
              <a:cxnSpLocks noChangeShapeType="1"/>
              <a:stCxn id="8" idx="3"/>
              <a:endCxn id="12" idx="0"/>
            </p:cNvCxnSpPr>
            <p:nvPr>
              <p:custDataLst>
                <p:tags r:id="rId2"/>
              </p:custDataLst>
            </p:nvPr>
          </p:nvCxnSpPr>
          <p:spPr bwMode="auto">
            <a:xfrm flipH="1">
              <a:off x="4845337" y="1990445"/>
              <a:ext cx="2003418" cy="5717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0" name="AutoShape 5"/>
            <p:cNvCxnSpPr>
              <a:cxnSpLocks noChangeShapeType="1"/>
              <a:stCxn id="8" idx="5"/>
              <a:endCxn id="18" idx="0"/>
            </p:cNvCxnSpPr>
            <p:nvPr>
              <p:custDataLst>
                <p:tags r:id="rId3"/>
              </p:custDataLst>
            </p:nvPr>
          </p:nvCxnSpPr>
          <p:spPr bwMode="auto">
            <a:xfrm>
              <a:off x="7172325" y="2009775"/>
              <a:ext cx="481013" cy="4857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1" name="Oval 6"/>
            <p:cNvSpPr>
              <a:spLocks noChangeAspect="1"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616737" y="3400425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E</a:t>
              </a:r>
            </a:p>
          </p:txBody>
        </p:sp>
        <p:sp>
          <p:nvSpPr>
            <p:cNvPr id="12" name="Oval 7"/>
            <p:cNvSpPr>
              <a:spLocks noChangeAspect="1"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616737" y="2562225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/>
                <a:t>B</a:t>
              </a:r>
            </a:p>
          </p:txBody>
        </p:sp>
        <p:cxnSp>
          <p:nvCxnSpPr>
            <p:cNvPr id="13" name="AutoShape 8"/>
            <p:cNvCxnSpPr>
              <a:cxnSpLocks noChangeShapeType="1"/>
              <a:stCxn id="12" idx="4"/>
              <a:endCxn id="11" idx="0"/>
            </p:cNvCxnSpPr>
            <p:nvPr>
              <p:custDataLst>
                <p:tags r:id="rId6"/>
              </p:custDataLst>
            </p:nvPr>
          </p:nvCxnSpPr>
          <p:spPr bwMode="auto">
            <a:xfrm>
              <a:off x="4845337" y="3019425"/>
              <a:ext cx="0" cy="381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" name="Oval 9"/>
            <p:cNvSpPr>
              <a:spLocks noChangeAspect="1"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083338" y="3400425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D</a:t>
              </a:r>
            </a:p>
          </p:txBody>
        </p:sp>
        <p:sp>
          <p:nvSpPr>
            <p:cNvPr id="15" name="Oval 10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150138" y="3400425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F</a:t>
              </a:r>
            </a:p>
          </p:txBody>
        </p:sp>
        <p:cxnSp>
          <p:nvCxnSpPr>
            <p:cNvPr id="16" name="AutoShape 11"/>
            <p:cNvCxnSpPr>
              <a:cxnSpLocks noChangeShapeType="1"/>
              <a:stCxn id="12" idx="5"/>
              <a:endCxn id="15" idx="0"/>
            </p:cNvCxnSpPr>
            <p:nvPr>
              <p:custDataLst>
                <p:tags r:id="rId9"/>
              </p:custDataLst>
            </p:nvPr>
          </p:nvCxnSpPr>
          <p:spPr bwMode="auto">
            <a:xfrm>
              <a:off x="5006982" y="2952470"/>
              <a:ext cx="371756" cy="44795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7" name="AutoShape 12"/>
            <p:cNvCxnSpPr>
              <a:cxnSpLocks noChangeShapeType="1"/>
              <a:stCxn id="12" idx="3"/>
              <a:endCxn id="14" idx="0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4311938" y="2952470"/>
              <a:ext cx="371754" cy="44795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8" name="Oval 13"/>
            <p:cNvSpPr>
              <a:spLocks noChangeAspect="1"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424738" y="25146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/>
                <a:t>C</a:t>
              </a:r>
            </a:p>
          </p:txBody>
        </p:sp>
        <p:sp>
          <p:nvSpPr>
            <p:cNvPr id="19" name="Oval 14"/>
            <p:cNvSpPr>
              <a:spLocks noChangeAspect="1"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424738" y="33528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G</a:t>
              </a:r>
            </a:p>
          </p:txBody>
        </p:sp>
        <p:cxnSp>
          <p:nvCxnSpPr>
            <p:cNvPr id="20" name="AutoShape 15"/>
            <p:cNvCxnSpPr>
              <a:cxnSpLocks noChangeShapeType="1"/>
              <a:stCxn id="18" idx="4"/>
              <a:endCxn id="19" idx="0"/>
            </p:cNvCxnSpPr>
            <p:nvPr>
              <p:custDataLst>
                <p:tags r:id="rId13"/>
              </p:custDataLst>
            </p:nvPr>
          </p:nvCxnSpPr>
          <p:spPr bwMode="auto">
            <a:xfrm>
              <a:off x="7653338" y="2990850"/>
              <a:ext cx="0" cy="3429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1" name="AutoShape 16"/>
            <p:cNvCxnSpPr>
              <a:cxnSpLocks noChangeShapeType="1"/>
              <a:stCxn id="19" idx="3"/>
              <a:endCxn id="24" idx="0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7080250" y="3762375"/>
              <a:ext cx="411163" cy="4095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22" name="Oval 17"/>
            <p:cNvSpPr>
              <a:spLocks noChangeAspect="1"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997825" y="41910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I</a:t>
              </a:r>
            </a:p>
          </p:txBody>
        </p:sp>
        <p:cxnSp>
          <p:nvCxnSpPr>
            <p:cNvPr id="23" name="AutoShape 18"/>
            <p:cNvCxnSpPr>
              <a:cxnSpLocks noChangeShapeType="1"/>
              <a:stCxn id="19" idx="5"/>
              <a:endCxn id="22" idx="0"/>
            </p:cNvCxnSpPr>
            <p:nvPr>
              <p:custDataLst>
                <p:tags r:id="rId16"/>
              </p:custDataLst>
            </p:nvPr>
          </p:nvCxnSpPr>
          <p:spPr bwMode="auto">
            <a:xfrm>
              <a:off x="7815263" y="3762375"/>
              <a:ext cx="411162" cy="4095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24" name="Oval 19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851650" y="41910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H</a:t>
              </a:r>
            </a:p>
          </p:txBody>
        </p:sp>
        <p:sp>
          <p:nvSpPr>
            <p:cNvPr id="25" name="Oval 20"/>
            <p:cNvSpPr>
              <a:spLocks noChangeAspect="1"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858000" y="51816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L</a:t>
              </a:r>
            </a:p>
          </p:txBody>
        </p:sp>
        <p:sp>
          <p:nvSpPr>
            <p:cNvPr id="26" name="Oval 21"/>
            <p:cNvSpPr>
              <a:spLocks noChangeAspect="1"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853113" y="51816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J</a:t>
              </a:r>
            </a:p>
          </p:txBody>
        </p:sp>
        <p:sp>
          <p:nvSpPr>
            <p:cNvPr id="27" name="Oval 22"/>
            <p:cNvSpPr>
              <a:spLocks noChangeAspect="1"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346950" y="51816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M</a:t>
              </a:r>
            </a:p>
          </p:txBody>
        </p:sp>
        <p:sp>
          <p:nvSpPr>
            <p:cNvPr id="28" name="Oval 23"/>
            <p:cNvSpPr>
              <a:spLocks noChangeAspect="1"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350000" y="51816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K</a:t>
              </a:r>
            </a:p>
          </p:txBody>
        </p:sp>
        <p:sp>
          <p:nvSpPr>
            <p:cNvPr id="29" name="Oval 24"/>
            <p:cNvSpPr>
              <a:spLocks noChangeAspect="1"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845425" y="51816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N</a:t>
              </a:r>
            </a:p>
          </p:txBody>
        </p:sp>
        <p:cxnSp>
          <p:nvCxnSpPr>
            <p:cNvPr id="30" name="AutoShape 25"/>
            <p:cNvCxnSpPr>
              <a:cxnSpLocks noChangeShapeType="1"/>
              <a:stCxn id="24" idx="2"/>
              <a:endCxn id="26" idx="0"/>
            </p:cNvCxnSpPr>
            <p:nvPr>
              <p:custDataLst>
                <p:tags r:id="rId23"/>
              </p:custDataLst>
            </p:nvPr>
          </p:nvCxnSpPr>
          <p:spPr bwMode="auto">
            <a:xfrm flipH="1">
              <a:off x="6081713" y="4419600"/>
              <a:ext cx="750887" cy="7429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1" name="AutoShape 26"/>
            <p:cNvCxnSpPr>
              <a:cxnSpLocks noChangeShapeType="1"/>
              <a:stCxn id="24" idx="3"/>
              <a:endCxn id="28" idx="0"/>
            </p:cNvCxnSpPr>
            <p:nvPr>
              <p:custDataLst>
                <p:tags r:id="rId24"/>
              </p:custDataLst>
            </p:nvPr>
          </p:nvCxnSpPr>
          <p:spPr bwMode="auto">
            <a:xfrm flipH="1">
              <a:off x="6578600" y="4600575"/>
              <a:ext cx="339725" cy="5619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2" name="AutoShape 27"/>
            <p:cNvCxnSpPr>
              <a:cxnSpLocks noChangeShapeType="1"/>
              <a:stCxn id="24" idx="4"/>
              <a:endCxn id="25" idx="0"/>
            </p:cNvCxnSpPr>
            <p:nvPr>
              <p:custDataLst>
                <p:tags r:id="rId25"/>
              </p:custDataLst>
            </p:nvPr>
          </p:nvCxnSpPr>
          <p:spPr bwMode="auto">
            <a:xfrm>
              <a:off x="7080250" y="4667250"/>
              <a:ext cx="6350" cy="4953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3" name="AutoShape 28"/>
            <p:cNvCxnSpPr>
              <a:cxnSpLocks noChangeShapeType="1"/>
              <a:stCxn id="24" idx="5"/>
              <a:endCxn id="27" idx="0"/>
            </p:cNvCxnSpPr>
            <p:nvPr>
              <p:custDataLst>
                <p:tags r:id="rId26"/>
              </p:custDataLst>
            </p:nvPr>
          </p:nvCxnSpPr>
          <p:spPr bwMode="auto">
            <a:xfrm>
              <a:off x="7242175" y="4600575"/>
              <a:ext cx="333375" cy="5619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4" name="AutoShape 29"/>
            <p:cNvCxnSpPr>
              <a:cxnSpLocks noChangeShapeType="1"/>
              <a:stCxn id="24" idx="6"/>
              <a:endCxn id="29" idx="0"/>
            </p:cNvCxnSpPr>
            <p:nvPr>
              <p:custDataLst>
                <p:tags r:id="rId27"/>
              </p:custDataLst>
            </p:nvPr>
          </p:nvCxnSpPr>
          <p:spPr bwMode="auto">
            <a:xfrm>
              <a:off x="7327900" y="4419600"/>
              <a:ext cx="746125" cy="7429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49" name="TextBox 48"/>
          <p:cNvSpPr txBox="1"/>
          <p:nvPr/>
        </p:nvSpPr>
        <p:spPr>
          <a:xfrm>
            <a:off x="1309943" y="1597002"/>
            <a:ext cx="16500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FF"/>
                </a:solidFill>
              </a:rPr>
              <a:t>Node / Vertex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559942" y="4045829"/>
            <a:ext cx="7933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FF"/>
                </a:solidFill>
              </a:rPr>
              <a:t>Edges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399417" y="1807780"/>
            <a:ext cx="680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FF"/>
                </a:solidFill>
              </a:rPr>
              <a:t>Root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428218" y="4032841"/>
            <a:ext cx="886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FF"/>
                </a:solidFill>
              </a:rPr>
              <a:t>Leaves</a:t>
            </a:r>
            <a:endParaRPr lang="en-US" sz="2000" dirty="0">
              <a:solidFill>
                <a:srgbClr val="0000FF"/>
              </a:solidFill>
            </a:endParaRPr>
          </a:p>
        </p:txBody>
      </p:sp>
      <p:cxnSp>
        <p:nvCxnSpPr>
          <p:cNvPr id="54" name="Straight Arrow Connector 53"/>
          <p:cNvCxnSpPr>
            <a:endCxn id="12" idx="1"/>
          </p:cNvCxnSpPr>
          <p:nvPr/>
        </p:nvCxnSpPr>
        <p:spPr>
          <a:xfrm>
            <a:off x="2724864" y="1997112"/>
            <a:ext cx="609165" cy="72457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0" idx="3"/>
          </p:cNvCxnSpPr>
          <p:nvPr/>
        </p:nvCxnSpPr>
        <p:spPr>
          <a:xfrm>
            <a:off x="2353248" y="4245884"/>
            <a:ext cx="2335178" cy="418556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50" idx="3"/>
          </p:cNvCxnSpPr>
          <p:nvPr/>
        </p:nvCxnSpPr>
        <p:spPr>
          <a:xfrm flipV="1">
            <a:off x="2353248" y="3825545"/>
            <a:ext cx="3114544" cy="420339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51" idx="1"/>
            <a:endCxn id="8" idx="6"/>
          </p:cNvCxnSpPr>
          <p:nvPr/>
        </p:nvCxnSpPr>
        <p:spPr>
          <a:xfrm flipH="1" flipV="1">
            <a:off x="5411015" y="2002474"/>
            <a:ext cx="988402" cy="536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2" idx="1"/>
            <a:endCxn id="22" idx="6"/>
          </p:cNvCxnSpPr>
          <p:nvPr/>
        </p:nvCxnSpPr>
        <p:spPr>
          <a:xfrm flipH="1">
            <a:off x="6399417" y="4232896"/>
            <a:ext cx="1028801" cy="97632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52" idx="1"/>
            <a:endCxn id="29" idx="6"/>
          </p:cNvCxnSpPr>
          <p:nvPr/>
        </p:nvCxnSpPr>
        <p:spPr>
          <a:xfrm flipH="1">
            <a:off x="6275544" y="4232896"/>
            <a:ext cx="1152674" cy="98777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1537953" y="2887221"/>
            <a:ext cx="1436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FF"/>
                </a:solidFill>
              </a:rPr>
              <a:t>Left </a:t>
            </a:r>
            <a:r>
              <a:rPr lang="en-US" sz="2000" dirty="0" err="1" smtClean="0">
                <a:solidFill>
                  <a:srgbClr val="0000FF"/>
                </a:solidFill>
              </a:rPr>
              <a:t>subtree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327262" y="3198034"/>
            <a:ext cx="1582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FF"/>
                </a:solidFill>
              </a:rPr>
              <a:t>Right </a:t>
            </a:r>
            <a:r>
              <a:rPr lang="en-US" sz="2000" dirty="0" err="1" smtClean="0">
                <a:solidFill>
                  <a:srgbClr val="0000FF"/>
                </a:solidFill>
              </a:rPr>
              <a:t>subtree</a:t>
            </a:r>
            <a:endParaRPr lang="en-US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60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89" grpId="0" animBg="1"/>
      <p:bldP spid="49" grpId="0"/>
      <p:bldP spid="50" grpId="0"/>
      <p:bldP spid="51" grpId="0"/>
      <p:bldP spid="52" grpId="0"/>
      <p:bldP spid="91" grpId="0"/>
      <p:bldP spid="9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Tree Calculations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622C7-AF21-2E4F-B881-B4B79AD45CE0}" type="slidenum">
              <a:rPr lang="en-US" smtClean="0"/>
              <a:t>2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035007" y="2019138"/>
            <a:ext cx="2849562" cy="4038600"/>
            <a:chOff x="5605463" y="1600200"/>
            <a:chExt cx="2849562" cy="4038600"/>
          </a:xfrm>
        </p:grpSpPr>
        <p:sp>
          <p:nvSpPr>
            <p:cNvPr id="8" name="Oval 3"/>
            <p:cNvSpPr>
              <a:spLocks noChangeAspect="1"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781800" y="16002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/>
                <a:t>A</a:t>
              </a:r>
            </a:p>
          </p:txBody>
        </p:sp>
        <p:cxnSp>
          <p:nvCxnSpPr>
            <p:cNvPr id="9" name="AutoShape 4"/>
            <p:cNvCxnSpPr>
              <a:cxnSpLocks noChangeShapeType="1"/>
              <a:stCxn id="8" idx="3"/>
              <a:endCxn id="12" idx="0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6367463" y="2009775"/>
              <a:ext cx="481012" cy="4857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0" name="AutoShape 5"/>
            <p:cNvCxnSpPr>
              <a:cxnSpLocks noChangeShapeType="1"/>
              <a:stCxn id="8" idx="5"/>
              <a:endCxn id="18" idx="0"/>
            </p:cNvCxnSpPr>
            <p:nvPr>
              <p:custDataLst>
                <p:tags r:id="rId7"/>
              </p:custDataLst>
            </p:nvPr>
          </p:nvCxnSpPr>
          <p:spPr bwMode="auto">
            <a:xfrm>
              <a:off x="7172325" y="2009775"/>
              <a:ext cx="481013" cy="4857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1" name="Oval 6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138863" y="33528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E</a:t>
              </a:r>
            </a:p>
          </p:txBody>
        </p:sp>
        <p:sp>
          <p:nvSpPr>
            <p:cNvPr id="12" name="Oval 7"/>
            <p:cNvSpPr>
              <a:spLocks noChangeAspect="1"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138863" y="25146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B</a:t>
              </a:r>
            </a:p>
          </p:txBody>
        </p:sp>
        <p:cxnSp>
          <p:nvCxnSpPr>
            <p:cNvPr id="13" name="AutoShape 8"/>
            <p:cNvCxnSpPr>
              <a:cxnSpLocks noChangeShapeType="1"/>
              <a:stCxn id="12" idx="4"/>
              <a:endCxn id="11" idx="0"/>
            </p:cNvCxnSpPr>
            <p:nvPr>
              <p:custDataLst>
                <p:tags r:id="rId10"/>
              </p:custDataLst>
            </p:nvPr>
          </p:nvCxnSpPr>
          <p:spPr bwMode="auto">
            <a:xfrm>
              <a:off x="6367463" y="2990850"/>
              <a:ext cx="0" cy="3429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" name="Oval 9"/>
            <p:cNvSpPr>
              <a:spLocks noChangeAspect="1"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605463" y="33528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D</a:t>
              </a:r>
            </a:p>
          </p:txBody>
        </p:sp>
        <p:sp>
          <p:nvSpPr>
            <p:cNvPr id="15" name="Oval 10"/>
            <p:cNvSpPr>
              <a:spLocks noChangeAspect="1"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672263" y="33528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F</a:t>
              </a:r>
            </a:p>
          </p:txBody>
        </p:sp>
        <p:cxnSp>
          <p:nvCxnSpPr>
            <p:cNvPr id="16" name="AutoShape 11"/>
            <p:cNvCxnSpPr>
              <a:cxnSpLocks noChangeShapeType="1"/>
              <a:stCxn id="12" idx="5"/>
              <a:endCxn id="15" idx="0"/>
            </p:cNvCxnSpPr>
            <p:nvPr>
              <p:custDataLst>
                <p:tags r:id="rId13"/>
              </p:custDataLst>
            </p:nvPr>
          </p:nvCxnSpPr>
          <p:spPr bwMode="auto">
            <a:xfrm>
              <a:off x="6529388" y="2924175"/>
              <a:ext cx="371475" cy="4095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7" name="AutoShape 12"/>
            <p:cNvCxnSpPr>
              <a:cxnSpLocks noChangeShapeType="1"/>
              <a:stCxn id="12" idx="3"/>
              <a:endCxn id="14" idx="0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5834063" y="2924175"/>
              <a:ext cx="371475" cy="4095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8" name="Oval 13"/>
            <p:cNvSpPr>
              <a:spLocks noChangeAspect="1"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424738" y="25146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C</a:t>
              </a:r>
            </a:p>
          </p:txBody>
        </p:sp>
        <p:sp>
          <p:nvSpPr>
            <p:cNvPr id="19" name="Oval 14"/>
            <p:cNvSpPr>
              <a:spLocks noChangeAspect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424738" y="33528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G</a:t>
              </a:r>
            </a:p>
          </p:txBody>
        </p:sp>
        <p:cxnSp>
          <p:nvCxnSpPr>
            <p:cNvPr id="20" name="AutoShape 15"/>
            <p:cNvCxnSpPr>
              <a:cxnSpLocks noChangeShapeType="1"/>
              <a:stCxn id="18" idx="4"/>
              <a:endCxn id="19" idx="0"/>
            </p:cNvCxnSpPr>
            <p:nvPr>
              <p:custDataLst>
                <p:tags r:id="rId17"/>
              </p:custDataLst>
            </p:nvPr>
          </p:nvCxnSpPr>
          <p:spPr bwMode="auto">
            <a:xfrm>
              <a:off x="7653338" y="2990850"/>
              <a:ext cx="0" cy="3429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1" name="AutoShape 16"/>
            <p:cNvCxnSpPr>
              <a:cxnSpLocks noChangeShapeType="1"/>
              <a:stCxn id="19" idx="3"/>
              <a:endCxn id="24" idx="0"/>
            </p:cNvCxnSpPr>
            <p:nvPr>
              <p:custDataLst>
                <p:tags r:id="rId18"/>
              </p:custDataLst>
            </p:nvPr>
          </p:nvCxnSpPr>
          <p:spPr bwMode="auto">
            <a:xfrm flipH="1">
              <a:off x="7080250" y="3762375"/>
              <a:ext cx="411163" cy="4095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22" name="Oval 17"/>
            <p:cNvSpPr>
              <a:spLocks noChangeAspect="1"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997825" y="41910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I</a:t>
              </a:r>
            </a:p>
          </p:txBody>
        </p:sp>
        <p:cxnSp>
          <p:nvCxnSpPr>
            <p:cNvPr id="23" name="AutoShape 18"/>
            <p:cNvCxnSpPr>
              <a:cxnSpLocks noChangeShapeType="1"/>
              <a:stCxn id="19" idx="5"/>
              <a:endCxn id="22" idx="0"/>
            </p:cNvCxnSpPr>
            <p:nvPr>
              <p:custDataLst>
                <p:tags r:id="rId20"/>
              </p:custDataLst>
            </p:nvPr>
          </p:nvCxnSpPr>
          <p:spPr bwMode="auto">
            <a:xfrm>
              <a:off x="7815263" y="3762375"/>
              <a:ext cx="411162" cy="4095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24" name="Oval 19"/>
            <p:cNvSpPr>
              <a:spLocks noChangeAspect="1"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851650" y="41910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H</a:t>
              </a:r>
            </a:p>
          </p:txBody>
        </p:sp>
        <p:sp>
          <p:nvSpPr>
            <p:cNvPr id="25" name="Oval 20"/>
            <p:cNvSpPr>
              <a:spLocks noChangeAspect="1"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858000" y="51816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L</a:t>
              </a:r>
            </a:p>
          </p:txBody>
        </p:sp>
        <p:sp>
          <p:nvSpPr>
            <p:cNvPr id="26" name="Oval 21"/>
            <p:cNvSpPr>
              <a:spLocks noChangeAspect="1"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853113" y="51816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J</a:t>
              </a:r>
            </a:p>
          </p:txBody>
        </p:sp>
        <p:sp>
          <p:nvSpPr>
            <p:cNvPr id="27" name="Oval 22"/>
            <p:cNvSpPr>
              <a:spLocks noChangeAspect="1"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7346950" y="51816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M</a:t>
              </a:r>
            </a:p>
          </p:txBody>
        </p:sp>
        <p:sp>
          <p:nvSpPr>
            <p:cNvPr id="28" name="Oval 23"/>
            <p:cNvSpPr>
              <a:spLocks noChangeAspect="1"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6350000" y="51816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K</a:t>
              </a:r>
            </a:p>
          </p:txBody>
        </p:sp>
        <p:sp>
          <p:nvSpPr>
            <p:cNvPr id="29" name="Oval 24"/>
            <p:cNvSpPr>
              <a:spLocks noChangeAspect="1"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845425" y="5181600"/>
              <a:ext cx="4572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N</a:t>
              </a:r>
            </a:p>
          </p:txBody>
        </p:sp>
        <p:cxnSp>
          <p:nvCxnSpPr>
            <p:cNvPr id="30" name="AutoShape 25"/>
            <p:cNvCxnSpPr>
              <a:cxnSpLocks noChangeShapeType="1"/>
              <a:stCxn id="24" idx="2"/>
              <a:endCxn id="26" idx="0"/>
            </p:cNvCxnSpPr>
            <p:nvPr>
              <p:custDataLst>
                <p:tags r:id="rId27"/>
              </p:custDataLst>
            </p:nvPr>
          </p:nvCxnSpPr>
          <p:spPr bwMode="auto">
            <a:xfrm flipH="1">
              <a:off x="6081713" y="4419600"/>
              <a:ext cx="750887" cy="7429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1" name="AutoShape 26"/>
            <p:cNvCxnSpPr>
              <a:cxnSpLocks noChangeShapeType="1"/>
              <a:stCxn id="24" idx="3"/>
              <a:endCxn id="28" idx="0"/>
            </p:cNvCxnSpPr>
            <p:nvPr>
              <p:custDataLst>
                <p:tags r:id="rId28"/>
              </p:custDataLst>
            </p:nvPr>
          </p:nvCxnSpPr>
          <p:spPr bwMode="auto">
            <a:xfrm flipH="1">
              <a:off x="6578600" y="4600575"/>
              <a:ext cx="339725" cy="5619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2" name="AutoShape 27"/>
            <p:cNvCxnSpPr>
              <a:cxnSpLocks noChangeShapeType="1"/>
              <a:stCxn id="24" idx="4"/>
              <a:endCxn id="25" idx="0"/>
            </p:cNvCxnSpPr>
            <p:nvPr>
              <p:custDataLst>
                <p:tags r:id="rId29"/>
              </p:custDataLst>
            </p:nvPr>
          </p:nvCxnSpPr>
          <p:spPr bwMode="auto">
            <a:xfrm>
              <a:off x="7080250" y="4667250"/>
              <a:ext cx="6350" cy="4953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3" name="AutoShape 28"/>
            <p:cNvCxnSpPr>
              <a:cxnSpLocks noChangeShapeType="1"/>
              <a:stCxn id="24" idx="5"/>
              <a:endCxn id="27" idx="0"/>
            </p:cNvCxnSpPr>
            <p:nvPr>
              <p:custDataLst>
                <p:tags r:id="rId30"/>
              </p:custDataLst>
            </p:nvPr>
          </p:nvCxnSpPr>
          <p:spPr bwMode="auto">
            <a:xfrm>
              <a:off x="7242175" y="4600575"/>
              <a:ext cx="333375" cy="5619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4" name="AutoShape 29"/>
            <p:cNvCxnSpPr>
              <a:cxnSpLocks noChangeShapeType="1"/>
              <a:stCxn id="24" idx="6"/>
              <a:endCxn id="29" idx="0"/>
            </p:cNvCxnSpPr>
            <p:nvPr>
              <p:custDataLst>
                <p:tags r:id="rId31"/>
              </p:custDataLst>
            </p:nvPr>
          </p:nvCxnSpPr>
          <p:spPr bwMode="auto">
            <a:xfrm>
              <a:off x="7327900" y="4419600"/>
              <a:ext cx="746125" cy="7429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35" name="Oval 3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1073481" y="3295488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dirty="0"/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751" y="1417638"/>
            <a:ext cx="55992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Recall: </a:t>
            </a:r>
            <a:r>
              <a:rPr lang="en-US" sz="2400" dirty="0" smtClean="0">
                <a:solidFill>
                  <a:srgbClr val="0000FF"/>
                </a:solidFill>
              </a:rPr>
              <a:t>Height</a:t>
            </a:r>
            <a:r>
              <a:rPr lang="en-US" sz="2400" dirty="0" smtClean="0"/>
              <a:t> of a tree is the </a:t>
            </a:r>
            <a:r>
              <a:rPr lang="en-US" sz="2400" dirty="0" smtClean="0">
                <a:solidFill>
                  <a:srgbClr val="0000FF"/>
                </a:solidFill>
              </a:rPr>
              <a:t>maximum</a:t>
            </a:r>
            <a:r>
              <a:rPr lang="en-US" sz="2400" dirty="0" smtClean="0"/>
              <a:t> number of edges from the </a:t>
            </a:r>
            <a:r>
              <a:rPr lang="en-US" sz="2400" dirty="0" smtClean="0">
                <a:solidFill>
                  <a:srgbClr val="0000FF"/>
                </a:solidFill>
              </a:rPr>
              <a:t>root</a:t>
            </a:r>
            <a:r>
              <a:rPr lang="en-US" sz="2400" dirty="0" smtClean="0"/>
              <a:t> to a </a:t>
            </a:r>
            <a:r>
              <a:rPr lang="en-US" sz="2400" dirty="0" smtClean="0">
                <a:solidFill>
                  <a:srgbClr val="0000FF"/>
                </a:solidFill>
              </a:rPr>
              <a:t>leaf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869751" y="3778179"/>
            <a:ext cx="153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Height = 0 </a:t>
            </a:r>
            <a:endParaRPr lang="en-US" sz="2400" dirty="0"/>
          </a:p>
        </p:txBody>
      </p:sp>
      <p:sp>
        <p:nvSpPr>
          <p:cNvPr id="38" name="Oval 3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3077712" y="2952588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dirty="0"/>
              <a:t>A</a:t>
            </a:r>
          </a:p>
        </p:txBody>
      </p:sp>
      <p:cxnSp>
        <p:nvCxnSpPr>
          <p:cNvPr id="39" name="AutoShape 4"/>
          <p:cNvCxnSpPr>
            <a:cxnSpLocks noChangeShapeType="1"/>
            <a:stCxn id="38" idx="4"/>
            <a:endCxn id="40" idx="0"/>
          </p:cNvCxnSpPr>
          <p:nvPr>
            <p:custDataLst>
              <p:tags r:id="rId3"/>
            </p:custDataLst>
          </p:nvPr>
        </p:nvCxnSpPr>
        <p:spPr bwMode="auto">
          <a:xfrm>
            <a:off x="3306312" y="3409788"/>
            <a:ext cx="66955" cy="470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0" name="Oval 7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3144667" y="3879975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/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13325" y="3777039"/>
            <a:ext cx="1525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Height = 1 </a:t>
            </a:r>
            <a:endParaRPr lang="en-US" sz="2400" dirty="0"/>
          </a:p>
        </p:txBody>
      </p:sp>
      <p:sp>
        <p:nvSpPr>
          <p:cNvPr id="45" name="TextBox 44"/>
          <p:cNvSpPr txBox="1"/>
          <p:nvPr/>
        </p:nvSpPr>
        <p:spPr>
          <a:xfrm>
            <a:off x="1055488" y="2442815"/>
            <a:ext cx="4063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What is the </a:t>
            </a:r>
            <a:r>
              <a:rPr lang="en-US" sz="2400" dirty="0" smtClean="0">
                <a:solidFill>
                  <a:srgbClr val="0000FF"/>
                </a:solidFill>
              </a:rPr>
              <a:t>height</a:t>
            </a:r>
            <a:r>
              <a:rPr lang="en-US" sz="2400" dirty="0" smtClean="0"/>
              <a:t> of this tree?</a:t>
            </a:r>
            <a:endParaRPr lang="en-US" sz="2400" dirty="0"/>
          </a:p>
        </p:txBody>
      </p:sp>
      <p:sp>
        <p:nvSpPr>
          <p:cNvPr id="46" name="TextBox 45"/>
          <p:cNvSpPr txBox="1"/>
          <p:nvPr/>
        </p:nvSpPr>
        <p:spPr>
          <a:xfrm>
            <a:off x="1055488" y="4636610"/>
            <a:ext cx="3870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What is the </a:t>
            </a:r>
            <a:r>
              <a:rPr lang="en-US" sz="2400" dirty="0" smtClean="0">
                <a:solidFill>
                  <a:srgbClr val="0000FF"/>
                </a:solidFill>
              </a:rPr>
              <a:t>depth</a:t>
            </a:r>
            <a:r>
              <a:rPr lang="en-US" sz="2400" dirty="0" smtClean="0"/>
              <a:t> of node G?</a:t>
            </a:r>
            <a:endParaRPr lang="en-US" sz="2400" dirty="0"/>
          </a:p>
        </p:txBody>
      </p:sp>
      <p:sp>
        <p:nvSpPr>
          <p:cNvPr id="48" name="TextBox 47"/>
          <p:cNvSpPr txBox="1"/>
          <p:nvPr/>
        </p:nvSpPr>
        <p:spPr>
          <a:xfrm>
            <a:off x="1088845" y="5602171"/>
            <a:ext cx="3805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What is the </a:t>
            </a:r>
            <a:r>
              <a:rPr lang="en-US" sz="2400" dirty="0">
                <a:solidFill>
                  <a:srgbClr val="0000FF"/>
                </a:solidFill>
              </a:rPr>
              <a:t>depth</a:t>
            </a:r>
            <a:r>
              <a:rPr lang="en-US" sz="2400" dirty="0"/>
              <a:t> </a:t>
            </a:r>
            <a:r>
              <a:rPr lang="en-US" sz="2400" dirty="0" smtClean="0"/>
              <a:t>of node L?</a:t>
            </a:r>
            <a:endParaRPr lang="en-US" sz="2400" dirty="0"/>
          </a:p>
        </p:txBody>
      </p:sp>
      <p:sp>
        <p:nvSpPr>
          <p:cNvPr id="47" name="TextBox 46"/>
          <p:cNvSpPr txBox="1"/>
          <p:nvPr/>
        </p:nvSpPr>
        <p:spPr>
          <a:xfrm>
            <a:off x="3130236" y="5010636"/>
            <a:ext cx="153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Depth = 2 </a:t>
            </a:r>
            <a:endParaRPr lang="en-US" sz="2400" dirty="0"/>
          </a:p>
        </p:txBody>
      </p:sp>
      <p:sp>
        <p:nvSpPr>
          <p:cNvPr id="51" name="TextBox 50"/>
          <p:cNvSpPr txBox="1"/>
          <p:nvPr/>
        </p:nvSpPr>
        <p:spPr>
          <a:xfrm>
            <a:off x="3144667" y="5959700"/>
            <a:ext cx="153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Depth = 4 </a:t>
            </a:r>
            <a:endParaRPr lang="en-US" sz="2400" dirty="0"/>
          </a:p>
        </p:txBody>
      </p:sp>
      <p:sp>
        <p:nvSpPr>
          <p:cNvPr id="52" name="TextBox 51"/>
          <p:cNvSpPr txBox="1"/>
          <p:nvPr/>
        </p:nvSpPr>
        <p:spPr>
          <a:xfrm>
            <a:off x="7470064" y="1417638"/>
            <a:ext cx="1525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Height = 4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7761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/>
      <p:bldP spid="37" grpId="0"/>
      <p:bldP spid="38" grpId="0" animBg="1"/>
      <p:bldP spid="40" grpId="0" animBg="1"/>
      <p:bldP spid="41" grpId="0"/>
      <p:bldP spid="45" grpId="0"/>
      <p:bldP spid="46" grpId="0"/>
      <p:bldP spid="48" grpId="0"/>
      <p:bldP spid="47" grpId="0"/>
      <p:bldP spid="51" grpId="0"/>
      <p:bldP spid="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re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799" y="3481907"/>
            <a:ext cx="6923001" cy="3376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5908"/>
            <a:ext cx="8229600" cy="1143000"/>
          </a:xfrm>
        </p:spPr>
        <p:txBody>
          <a:bodyPr/>
          <a:lstStyle/>
          <a:p>
            <a:r>
              <a:rPr lang="en-US" dirty="0" smtClean="0"/>
              <a:t>Binary Trees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 smtClean="0"/>
              <a:t>Structures &amp; Algorithms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622C7-AF21-2E4F-B881-B4B79AD45CE0}" type="slidenum">
              <a:rPr lang="en-US" smtClean="0"/>
              <a:t>3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69596" y="1258908"/>
            <a:ext cx="9009699" cy="2619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/>
              <a:buChar char="•"/>
            </a:pPr>
            <a:r>
              <a:rPr lang="en-US" sz="2400" dirty="0">
                <a:solidFill>
                  <a:srgbClr val="0000FF"/>
                </a:solidFill>
              </a:rPr>
              <a:t>Binary tree</a:t>
            </a:r>
            <a:r>
              <a:rPr lang="en-US" sz="2400" dirty="0"/>
              <a:t>:  Each node has at most 2 children (branching factor 2</a:t>
            </a:r>
            <a:r>
              <a:rPr lang="en-US" sz="2400" dirty="0" smtClean="0"/>
              <a:t>)</a:t>
            </a:r>
          </a:p>
          <a:p>
            <a:pPr marL="342900" indent="-342900">
              <a:lnSpc>
                <a:spcPct val="90000"/>
              </a:lnSpc>
              <a:buFont typeface="Arial"/>
              <a:buChar char="•"/>
            </a:pPr>
            <a:endParaRPr lang="en-US" sz="2400" dirty="0"/>
          </a:p>
          <a:p>
            <a:pPr marL="342900" indent="-342900">
              <a:lnSpc>
                <a:spcPct val="90000"/>
              </a:lnSpc>
              <a:buFont typeface="Arial"/>
              <a:buChar char="•"/>
            </a:pPr>
            <a:r>
              <a:rPr lang="en-US" sz="2400" dirty="0"/>
              <a:t>Binary tree is</a:t>
            </a:r>
          </a:p>
          <a:p>
            <a:pPr marL="800100" lvl="1" indent="-342900">
              <a:lnSpc>
                <a:spcPct val="90000"/>
              </a:lnSpc>
              <a:buFont typeface="Arial"/>
              <a:buChar char="•"/>
            </a:pPr>
            <a:r>
              <a:rPr lang="en-US" sz="2200" dirty="0"/>
              <a:t>A root </a:t>
            </a:r>
            <a:r>
              <a:rPr lang="en-US" sz="2200" i="1" dirty="0"/>
              <a:t>(with data)</a:t>
            </a:r>
          </a:p>
          <a:p>
            <a:pPr marL="800100" lvl="1" indent="-342900">
              <a:lnSpc>
                <a:spcPct val="90000"/>
              </a:lnSpc>
              <a:buFont typeface="Arial"/>
              <a:buChar char="•"/>
            </a:pPr>
            <a:r>
              <a:rPr lang="en-US" sz="2200" dirty="0"/>
              <a:t>A left </a:t>
            </a:r>
            <a:r>
              <a:rPr lang="en-US" sz="2200" dirty="0" err="1"/>
              <a:t>subtree</a:t>
            </a:r>
            <a:r>
              <a:rPr lang="en-US" sz="2200" dirty="0"/>
              <a:t> </a:t>
            </a:r>
            <a:r>
              <a:rPr lang="en-US" sz="2200" i="1" dirty="0"/>
              <a:t>(may be empty) </a:t>
            </a:r>
            <a:endParaRPr lang="en-US" sz="2200" dirty="0"/>
          </a:p>
          <a:p>
            <a:pPr marL="800100" lvl="1" indent="-342900">
              <a:lnSpc>
                <a:spcPct val="90000"/>
              </a:lnSpc>
              <a:buFont typeface="Arial"/>
              <a:buChar char="•"/>
            </a:pPr>
            <a:r>
              <a:rPr lang="en-US" sz="2200" dirty="0"/>
              <a:t>A right </a:t>
            </a:r>
            <a:r>
              <a:rPr lang="en-US" sz="2200" dirty="0" err="1"/>
              <a:t>subtree</a:t>
            </a:r>
            <a:r>
              <a:rPr lang="en-US" sz="2200" dirty="0"/>
              <a:t> </a:t>
            </a:r>
            <a:r>
              <a:rPr lang="en-US" sz="2200" i="1" dirty="0"/>
              <a:t>(may be empty) </a:t>
            </a:r>
            <a:endParaRPr lang="en-US" sz="2200" i="1" dirty="0" smtClean="0"/>
          </a:p>
          <a:p>
            <a:pPr marL="800100" lvl="1" indent="-342900">
              <a:lnSpc>
                <a:spcPct val="90000"/>
              </a:lnSpc>
              <a:buFont typeface="Arial"/>
              <a:buChar char="•"/>
            </a:pPr>
            <a:endParaRPr lang="en-US" sz="2000" i="1" dirty="0"/>
          </a:p>
          <a:p>
            <a:pPr marL="342900" indent="-342900">
              <a:lnSpc>
                <a:spcPct val="90000"/>
              </a:lnSpc>
              <a:buFont typeface="Arial"/>
              <a:buChar char="•"/>
            </a:pPr>
            <a:r>
              <a:rPr lang="en-US" sz="2400" dirty="0" smtClean="0"/>
              <a:t>Special Cases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5886922" y="2183980"/>
            <a:ext cx="30701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What is full?</a:t>
            </a:r>
          </a:p>
          <a:p>
            <a:r>
              <a:rPr lang="en-US" dirty="0" smtClean="0"/>
              <a:t>Every node has 0 or 2 children.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293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28600"/>
            <a:ext cx="7772400" cy="1447800"/>
          </a:xfrm>
        </p:spPr>
        <p:txBody>
          <a:bodyPr/>
          <a:lstStyle/>
          <a:p>
            <a:r>
              <a:rPr lang="en-US" dirty="0" smtClean="0"/>
              <a:t>Tree Traversals</a:t>
            </a:r>
          </a:p>
        </p:txBody>
      </p:sp>
      <p:sp>
        <p:nvSpPr>
          <p:cNvPr id="12291" name="Rectangle 1027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533400" y="1524000"/>
            <a:ext cx="7533668" cy="46482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0000FF"/>
                </a:solidFill>
              </a:rPr>
              <a:t>traversal</a:t>
            </a:r>
            <a:r>
              <a:rPr lang="en-US" sz="2400" dirty="0" smtClean="0">
                <a:solidFill>
                  <a:srgbClr val="0000FF"/>
                </a:solidFill>
              </a:rPr>
              <a:t> </a:t>
            </a:r>
            <a:r>
              <a:rPr lang="en-US" sz="2400" dirty="0" smtClean="0"/>
              <a:t>is an order for visiting all the nodes of a tree</a:t>
            </a:r>
          </a:p>
          <a:p>
            <a:pPr>
              <a:buFontTx/>
              <a:buNone/>
            </a:pPr>
            <a:endParaRPr lang="en-US" sz="2400" dirty="0" smtClean="0"/>
          </a:p>
          <a:p>
            <a:r>
              <a:rPr lang="en-US" sz="2400" i="1" dirty="0" smtClean="0">
                <a:solidFill>
                  <a:srgbClr val="0000FF"/>
                </a:solidFill>
              </a:rPr>
              <a:t>Pre-order</a:t>
            </a:r>
            <a:r>
              <a:rPr lang="en-US" sz="2400" dirty="0" smtClean="0"/>
              <a:t>:	root, left </a:t>
            </a:r>
            <a:r>
              <a:rPr lang="en-US" sz="2400" dirty="0" err="1" smtClean="0"/>
              <a:t>subtree</a:t>
            </a:r>
            <a:r>
              <a:rPr lang="en-US" sz="2400" dirty="0" smtClean="0"/>
              <a:t>, right </a:t>
            </a:r>
            <a:r>
              <a:rPr lang="en-US" sz="2400" dirty="0" err="1" smtClean="0"/>
              <a:t>subtree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2"/>
                </a:solidFill>
              </a:rPr>
              <a:t>	 			</a:t>
            </a:r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400" i="1" dirty="0" smtClean="0">
                <a:solidFill>
                  <a:srgbClr val="0000FF"/>
                </a:solidFill>
              </a:rPr>
              <a:t>In-order</a:t>
            </a:r>
            <a:r>
              <a:rPr lang="en-US" sz="2400" dirty="0" smtClean="0"/>
              <a:t>:	left </a:t>
            </a:r>
            <a:r>
              <a:rPr lang="en-US" sz="2400" dirty="0" err="1" smtClean="0"/>
              <a:t>subtree</a:t>
            </a:r>
            <a:r>
              <a:rPr lang="en-US" sz="2400" dirty="0" smtClean="0"/>
              <a:t>, root, right </a:t>
            </a:r>
            <a:r>
              <a:rPr lang="en-US" sz="2400" dirty="0" err="1" smtClean="0"/>
              <a:t>subtree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i="1" dirty="0" smtClean="0">
                <a:solidFill>
                  <a:srgbClr val="0000FF"/>
                </a:solidFill>
              </a:rPr>
              <a:t>Post-order</a:t>
            </a:r>
            <a:r>
              <a:rPr lang="en-US" sz="2400" dirty="0" smtClean="0"/>
              <a:t>:	left </a:t>
            </a:r>
            <a:r>
              <a:rPr lang="en-US" sz="2400" dirty="0" err="1" smtClean="0"/>
              <a:t>subtree</a:t>
            </a:r>
            <a:r>
              <a:rPr lang="en-US" sz="2400" dirty="0" smtClean="0"/>
              <a:t>, right </a:t>
            </a:r>
            <a:r>
              <a:rPr lang="en-US" sz="2400" dirty="0" err="1" smtClean="0"/>
              <a:t>subtree</a:t>
            </a:r>
            <a:r>
              <a:rPr lang="en-US" sz="2400" dirty="0" smtClean="0"/>
              <a:t>, root</a:t>
            </a:r>
          </a:p>
        </p:txBody>
      </p:sp>
      <p:grpSp>
        <p:nvGrpSpPr>
          <p:cNvPr id="2" name="Group 1028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7102519" y="2686640"/>
            <a:ext cx="1752600" cy="2057400"/>
            <a:chOff x="3792" y="1728"/>
            <a:chExt cx="1104" cy="1296"/>
          </a:xfrm>
        </p:grpSpPr>
        <p:sp>
          <p:nvSpPr>
            <p:cNvPr id="12294" name="Oval 1029"/>
            <p:cNvSpPr>
              <a:spLocks noChangeAspect="1"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293" y="1728"/>
              <a:ext cx="288" cy="2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+</a:t>
              </a:r>
            </a:p>
          </p:txBody>
        </p:sp>
        <p:cxnSp>
          <p:nvCxnSpPr>
            <p:cNvPr id="12295" name="AutoShape 1030"/>
            <p:cNvCxnSpPr>
              <a:cxnSpLocks noChangeShapeType="1"/>
              <a:stCxn id="12294" idx="3"/>
              <a:endCxn id="12297" idx="0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4128" y="1968"/>
              <a:ext cx="207" cy="28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2296" name="AutoShape 1031"/>
            <p:cNvCxnSpPr>
              <a:cxnSpLocks noChangeShapeType="1"/>
              <a:stCxn id="12294" idx="5"/>
              <a:endCxn id="12302" idx="0"/>
            </p:cNvCxnSpPr>
            <p:nvPr>
              <p:custDataLst>
                <p:tags r:id="rId7"/>
              </p:custDataLst>
            </p:nvPr>
          </p:nvCxnSpPr>
          <p:spPr bwMode="auto">
            <a:xfrm>
              <a:off x="4539" y="1968"/>
              <a:ext cx="213" cy="28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2297" name="Oval 1032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984" y="2264"/>
              <a:ext cx="288" cy="2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*</a:t>
              </a:r>
            </a:p>
          </p:txBody>
        </p:sp>
        <p:sp>
          <p:nvSpPr>
            <p:cNvPr id="12298" name="Oval 1033"/>
            <p:cNvSpPr>
              <a:spLocks noChangeAspect="1"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792" y="2756"/>
              <a:ext cx="288" cy="2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12299" name="Oval 1034"/>
            <p:cNvSpPr>
              <a:spLocks noChangeAspect="1"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176" y="2756"/>
              <a:ext cx="288" cy="2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  <p:cxnSp>
          <p:nvCxnSpPr>
            <p:cNvPr id="12300" name="AutoShape 1035"/>
            <p:cNvCxnSpPr>
              <a:cxnSpLocks noChangeShapeType="1"/>
              <a:stCxn id="12297" idx="5"/>
              <a:endCxn id="12299" idx="0"/>
            </p:cNvCxnSpPr>
            <p:nvPr>
              <p:custDataLst>
                <p:tags r:id="rId11"/>
              </p:custDataLst>
            </p:nvPr>
          </p:nvCxnSpPr>
          <p:spPr bwMode="auto">
            <a:xfrm>
              <a:off x="4230" y="2504"/>
              <a:ext cx="90" cy="24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2301" name="AutoShape 1036"/>
            <p:cNvCxnSpPr>
              <a:cxnSpLocks noChangeShapeType="1"/>
              <a:stCxn id="12297" idx="3"/>
              <a:endCxn id="12298" idx="0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3936" y="2504"/>
              <a:ext cx="90" cy="24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2302" name="Oval 1037"/>
            <p:cNvSpPr>
              <a:spLocks noChangeAspect="1"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608" y="2264"/>
              <a:ext cx="288" cy="2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5</a:t>
              </a:r>
            </a:p>
          </p:txBody>
        </p:sp>
      </p:grpSp>
      <p:sp>
        <p:nvSpPr>
          <p:cNvPr id="12293" name="Text Box 103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984332" y="2177691"/>
            <a:ext cx="20851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/>
              <a:t>(an expression tree)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 smtClean="0"/>
              <a:t>Structures &amp; Algorithms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87322" y="2881257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+</a:t>
            </a:r>
            <a:endParaRPr lang="en-US" sz="2400" dirty="0"/>
          </a:p>
        </p:txBody>
      </p:sp>
      <p:sp>
        <p:nvSpPr>
          <p:cNvPr id="19" name="Rectangle 18"/>
          <p:cNvSpPr/>
          <p:nvPr/>
        </p:nvSpPr>
        <p:spPr>
          <a:xfrm>
            <a:off x="1309646" y="2938977"/>
            <a:ext cx="3379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*</a:t>
            </a:r>
            <a:endParaRPr lang="en-US" sz="2400" dirty="0"/>
          </a:p>
        </p:txBody>
      </p:sp>
      <p:sp>
        <p:nvSpPr>
          <p:cNvPr id="20" name="Rectangle 19"/>
          <p:cNvSpPr/>
          <p:nvPr/>
        </p:nvSpPr>
        <p:spPr>
          <a:xfrm>
            <a:off x="1716972" y="289477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accent2"/>
                </a:solidFill>
              </a:rPr>
              <a:t>2</a:t>
            </a:r>
            <a:endParaRPr lang="en-US" sz="2400" dirty="0"/>
          </a:p>
        </p:txBody>
      </p:sp>
      <p:sp>
        <p:nvSpPr>
          <p:cNvPr id="21" name="Rectangle 20"/>
          <p:cNvSpPr/>
          <p:nvPr/>
        </p:nvSpPr>
        <p:spPr>
          <a:xfrm>
            <a:off x="2055526" y="289477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accent2"/>
                </a:solidFill>
              </a:rPr>
              <a:t>4</a:t>
            </a:r>
            <a:endParaRPr lang="en-US" sz="2400" dirty="0"/>
          </a:p>
        </p:txBody>
      </p:sp>
      <p:sp>
        <p:nvSpPr>
          <p:cNvPr id="22" name="Rectangle 21"/>
          <p:cNvSpPr/>
          <p:nvPr/>
        </p:nvSpPr>
        <p:spPr>
          <a:xfrm>
            <a:off x="2421523" y="289477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accent2"/>
                </a:solidFill>
              </a:rPr>
              <a:t>5</a:t>
            </a:r>
            <a:endParaRPr lang="en-US" sz="2400" dirty="0"/>
          </a:p>
        </p:txBody>
      </p:sp>
      <p:sp>
        <p:nvSpPr>
          <p:cNvPr id="23" name="Rectangle 22"/>
          <p:cNvSpPr/>
          <p:nvPr/>
        </p:nvSpPr>
        <p:spPr>
          <a:xfrm>
            <a:off x="987322" y="4272046"/>
            <a:ext cx="3406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accent2"/>
                </a:solidFill>
              </a:rPr>
              <a:t>2</a:t>
            </a:r>
            <a:endParaRPr lang="en-US" sz="2400" dirty="0"/>
          </a:p>
        </p:txBody>
      </p:sp>
      <p:sp>
        <p:nvSpPr>
          <p:cNvPr id="24" name="Rectangle 23"/>
          <p:cNvSpPr/>
          <p:nvPr/>
        </p:nvSpPr>
        <p:spPr>
          <a:xfrm>
            <a:off x="1309646" y="4329766"/>
            <a:ext cx="3379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*</a:t>
            </a:r>
            <a:endParaRPr lang="en-US" sz="2400" dirty="0"/>
          </a:p>
        </p:txBody>
      </p:sp>
      <p:sp>
        <p:nvSpPr>
          <p:cNvPr id="25" name="Rectangle 24"/>
          <p:cNvSpPr/>
          <p:nvPr/>
        </p:nvSpPr>
        <p:spPr>
          <a:xfrm>
            <a:off x="1716972" y="4285564"/>
            <a:ext cx="3406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4</a:t>
            </a:r>
            <a:endParaRPr lang="en-US" sz="2400" dirty="0"/>
          </a:p>
        </p:txBody>
      </p:sp>
      <p:sp>
        <p:nvSpPr>
          <p:cNvPr id="26" name="Rectangle 25"/>
          <p:cNvSpPr/>
          <p:nvPr/>
        </p:nvSpPr>
        <p:spPr>
          <a:xfrm>
            <a:off x="2055526" y="4285564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+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2421523" y="4285564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accent2"/>
                </a:solidFill>
              </a:rPr>
              <a:t>5</a:t>
            </a:r>
            <a:endParaRPr lang="en-US" sz="2400" dirty="0"/>
          </a:p>
        </p:txBody>
      </p:sp>
      <p:sp>
        <p:nvSpPr>
          <p:cNvPr id="28" name="Rectangle 27"/>
          <p:cNvSpPr/>
          <p:nvPr/>
        </p:nvSpPr>
        <p:spPr>
          <a:xfrm>
            <a:off x="987322" y="5656917"/>
            <a:ext cx="3406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accent2"/>
                </a:solidFill>
              </a:rPr>
              <a:t>2</a:t>
            </a:r>
            <a:endParaRPr lang="en-US" sz="2400" dirty="0"/>
          </a:p>
        </p:txBody>
      </p:sp>
      <p:sp>
        <p:nvSpPr>
          <p:cNvPr id="29" name="Rectangle 28"/>
          <p:cNvSpPr/>
          <p:nvPr/>
        </p:nvSpPr>
        <p:spPr>
          <a:xfrm>
            <a:off x="1309646" y="5656917"/>
            <a:ext cx="3406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accent2"/>
                </a:solidFill>
              </a:rPr>
              <a:t>4</a:t>
            </a:r>
            <a:endParaRPr lang="en-US" sz="2400" dirty="0"/>
          </a:p>
        </p:txBody>
      </p:sp>
      <p:sp>
        <p:nvSpPr>
          <p:cNvPr id="30" name="Rectangle 29"/>
          <p:cNvSpPr/>
          <p:nvPr/>
        </p:nvSpPr>
        <p:spPr>
          <a:xfrm>
            <a:off x="1716972" y="5670435"/>
            <a:ext cx="3379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*</a:t>
            </a:r>
            <a:endParaRPr lang="en-US" sz="2400" dirty="0"/>
          </a:p>
        </p:txBody>
      </p:sp>
      <p:sp>
        <p:nvSpPr>
          <p:cNvPr id="31" name="Rectangle 30"/>
          <p:cNvSpPr/>
          <p:nvPr/>
        </p:nvSpPr>
        <p:spPr>
          <a:xfrm>
            <a:off x="2055526" y="5670435"/>
            <a:ext cx="3406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accent2"/>
                </a:solidFill>
              </a:rPr>
              <a:t>5</a:t>
            </a:r>
            <a:endParaRPr lang="en-US" sz="2400" dirty="0"/>
          </a:p>
        </p:txBody>
      </p:sp>
      <p:sp>
        <p:nvSpPr>
          <p:cNvPr id="32" name="Rectangle 31"/>
          <p:cNvSpPr/>
          <p:nvPr/>
        </p:nvSpPr>
        <p:spPr>
          <a:xfrm>
            <a:off x="2421523" y="567043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+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073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r>
              <a:rPr lang="en-US" dirty="0" smtClean="0"/>
              <a:t>More on  traversals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95400"/>
            <a:ext cx="4953000" cy="2286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void </a:t>
            </a:r>
            <a:r>
              <a:rPr lang="en-US" sz="2000" dirty="0" err="1" smtClean="0">
                <a:solidFill>
                  <a:srgbClr val="119F33"/>
                </a:solidFill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(Node </a:t>
            </a:r>
            <a:r>
              <a:rPr lang="en-US" sz="2000" dirty="0" smtClean="0">
                <a:solidFill>
                  <a:srgbClr val="119F33"/>
                </a:solidFill>
                <a:latin typeface="Courier New" pitchFamily="49" charset="0"/>
              </a:rPr>
              <a:t>t</a:t>
            </a:r>
            <a:r>
              <a:rPr lang="en-US" sz="2000" dirty="0" smtClean="0">
                <a:latin typeface="Courier New" pitchFamily="49" charset="0"/>
              </a:rPr>
              <a:t>){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en-US" sz="2000" dirty="0" smtClean="0">
                <a:latin typeface="Courier New" pitchFamily="49" charset="0"/>
              </a:rPr>
              <a:t>(t !=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null</a:t>
            </a:r>
            <a:r>
              <a:rPr lang="en-US" sz="2000" dirty="0" smtClean="0">
                <a:latin typeface="Courier New" pitchFamily="49" charset="0"/>
              </a:rPr>
              <a:t>) 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t.left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process(</a:t>
            </a:r>
            <a:r>
              <a:rPr lang="en-US" sz="2000" dirty="0" err="1" smtClean="0">
                <a:latin typeface="Courier New" pitchFamily="49" charset="0"/>
              </a:rPr>
              <a:t>t.element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t.right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}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}</a:t>
            </a:r>
          </a:p>
        </p:txBody>
      </p:sp>
      <p:sp>
        <p:nvSpPr>
          <p:cNvPr id="9" name="Oval 1029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272338" y="1295400"/>
            <a:ext cx="457200" cy="425450"/>
          </a:xfrm>
          <a:prstGeom prst="ellipse">
            <a:avLst/>
          </a:prstGeom>
          <a:solidFill>
            <a:srgbClr val="C1504D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A</a:t>
            </a:r>
            <a:endParaRPr lang="en-US" sz="2000" dirty="0"/>
          </a:p>
        </p:txBody>
      </p:sp>
      <p:cxnSp>
        <p:nvCxnSpPr>
          <p:cNvPr id="10" name="AutoShape 1030"/>
          <p:cNvCxnSpPr>
            <a:cxnSpLocks noChangeShapeType="1"/>
            <a:stCxn id="9" idx="3"/>
            <a:endCxn id="12" idx="0"/>
          </p:cNvCxnSpPr>
          <p:nvPr>
            <p:custDataLst>
              <p:tags r:id="rId4"/>
            </p:custDataLst>
          </p:nvPr>
        </p:nvCxnSpPr>
        <p:spPr bwMode="auto">
          <a:xfrm flipH="1">
            <a:off x="7010400" y="1676400"/>
            <a:ext cx="328613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" name="AutoShape 1031"/>
          <p:cNvCxnSpPr>
            <a:cxnSpLocks noChangeShapeType="1"/>
            <a:stCxn id="9" idx="5"/>
            <a:endCxn id="17" idx="0"/>
          </p:cNvCxnSpPr>
          <p:nvPr>
            <p:custDataLst>
              <p:tags r:id="rId5"/>
            </p:custDataLst>
          </p:nvPr>
        </p:nvCxnSpPr>
        <p:spPr bwMode="auto">
          <a:xfrm>
            <a:off x="7662863" y="1676400"/>
            <a:ext cx="338138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" name="Oval 1032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6781800" y="214630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B</a:t>
            </a:r>
            <a:endParaRPr lang="en-US" sz="2000" dirty="0"/>
          </a:p>
        </p:txBody>
      </p:sp>
      <p:sp>
        <p:nvSpPr>
          <p:cNvPr id="13" name="Oval 1033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64770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D</a:t>
            </a:r>
            <a:endParaRPr lang="en-US" sz="2000" dirty="0"/>
          </a:p>
        </p:txBody>
      </p:sp>
      <p:sp>
        <p:nvSpPr>
          <p:cNvPr id="14" name="Oval 1034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70104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E</a:t>
            </a:r>
            <a:endParaRPr lang="en-US" sz="2000" dirty="0"/>
          </a:p>
        </p:txBody>
      </p:sp>
      <p:cxnSp>
        <p:nvCxnSpPr>
          <p:cNvPr id="15" name="AutoShape 1035"/>
          <p:cNvCxnSpPr>
            <a:cxnSpLocks noChangeShapeType="1"/>
            <a:stCxn id="12" idx="5"/>
            <a:endCxn id="14" idx="0"/>
          </p:cNvCxnSpPr>
          <p:nvPr>
            <p:custDataLst>
              <p:tags r:id="rId9"/>
            </p:custDataLst>
          </p:nvPr>
        </p:nvCxnSpPr>
        <p:spPr bwMode="auto">
          <a:xfrm rot="16200000" flipH="1">
            <a:off x="6996569" y="2684919"/>
            <a:ext cx="417906" cy="669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AutoShape 1036"/>
          <p:cNvCxnSpPr>
            <a:cxnSpLocks noChangeShapeType="1"/>
            <a:stCxn id="12" idx="3"/>
            <a:endCxn id="13" idx="0"/>
          </p:cNvCxnSpPr>
          <p:nvPr>
            <p:custDataLst>
              <p:tags r:id="rId10"/>
            </p:custDataLst>
          </p:nvPr>
        </p:nvCxnSpPr>
        <p:spPr bwMode="auto">
          <a:xfrm flipH="1">
            <a:off x="67056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Oval 1037"/>
          <p:cNvSpPr>
            <a:spLocks noChangeAspect="1" noChangeArrowheads="1"/>
          </p:cNvSpPr>
          <p:nvPr>
            <p:custDataLst>
              <p:tags r:id="rId11"/>
            </p:custDataLst>
          </p:nvPr>
        </p:nvSpPr>
        <p:spPr bwMode="auto">
          <a:xfrm>
            <a:off x="7772400" y="214630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18" name="Oval 1033"/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75438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F</a:t>
            </a:r>
            <a:endParaRPr lang="en-US" sz="2000" dirty="0"/>
          </a:p>
        </p:txBody>
      </p:sp>
      <p:sp>
        <p:nvSpPr>
          <p:cNvPr id="19" name="Oval 1034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81534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G</a:t>
            </a:r>
            <a:endParaRPr lang="en-US" sz="2000" dirty="0"/>
          </a:p>
        </p:txBody>
      </p:sp>
      <p:cxnSp>
        <p:nvCxnSpPr>
          <p:cNvPr id="20" name="AutoShape 1035"/>
          <p:cNvCxnSpPr>
            <a:cxnSpLocks noChangeShapeType="1"/>
            <a:stCxn id="17" idx="5"/>
            <a:endCxn id="19" idx="0"/>
          </p:cNvCxnSpPr>
          <p:nvPr>
            <p:custDataLst>
              <p:tags r:id="rId14"/>
            </p:custDataLst>
          </p:nvPr>
        </p:nvCxnSpPr>
        <p:spPr bwMode="auto">
          <a:xfrm rot="16200000" flipH="1">
            <a:off x="8063369" y="2608719"/>
            <a:ext cx="417906" cy="2193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" name="AutoShape 1036"/>
          <p:cNvCxnSpPr>
            <a:cxnSpLocks noChangeShapeType="1"/>
            <a:endCxn id="18" idx="0"/>
          </p:cNvCxnSpPr>
          <p:nvPr>
            <p:custDataLst>
              <p:tags r:id="rId15"/>
            </p:custDataLst>
          </p:nvPr>
        </p:nvCxnSpPr>
        <p:spPr bwMode="auto">
          <a:xfrm flipH="1">
            <a:off x="77724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" name="Slide Number Placeholder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 smtClean="0"/>
              <a:t>Structures &amp; Algorithms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512859" y="3878503"/>
            <a:ext cx="6649941" cy="1025813"/>
            <a:chOff x="512859" y="3878503"/>
            <a:chExt cx="6649941" cy="1025813"/>
          </a:xfrm>
        </p:grpSpPr>
        <p:sp>
          <p:nvSpPr>
            <p:cNvPr id="2" name="TextBox 1"/>
            <p:cNvSpPr txBox="1"/>
            <p:nvPr/>
          </p:nvSpPr>
          <p:spPr>
            <a:xfrm>
              <a:off x="685800" y="3886200"/>
              <a:ext cx="6477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    = current node			= processing (on the call stack)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= completed node		= element has been processed</a:t>
              </a:r>
            </a:p>
          </p:txBody>
        </p:sp>
        <p:sp>
          <p:nvSpPr>
            <p:cNvPr id="26" name="Oval 1029"/>
            <p:cNvSpPr>
              <a:spLocks noChangeAspect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12859" y="3880042"/>
              <a:ext cx="457200" cy="425450"/>
            </a:xfrm>
            <a:prstGeom prst="ellipse">
              <a:avLst/>
            </a:prstGeom>
            <a:solidFill>
              <a:srgbClr val="C0504D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27" name="Oval 1029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982047" y="3878503"/>
              <a:ext cx="457200" cy="425450"/>
            </a:xfrm>
            <a:prstGeom prst="ellipse">
              <a:avLst/>
            </a:prstGeom>
            <a:solidFill>
              <a:srgbClr val="3366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28" name="Oval 1029"/>
            <p:cNvSpPr>
              <a:spLocks noChangeAspect="1"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19016" y="4478866"/>
              <a:ext cx="457200" cy="42545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200400" y="4495800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Zapf Dingbats"/>
                  <a:ea typeface="Zapf Dingbats"/>
                  <a:cs typeface="Zapf Dingbats"/>
                </a:rPr>
                <a:t>✓</a:t>
              </a:r>
              <a:endParaRPr lang="en-US" sz="2000" b="0" dirty="0" smtClean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720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r>
              <a:rPr lang="en-US" dirty="0" smtClean="0"/>
              <a:t>More on  traversals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95400"/>
            <a:ext cx="4953000" cy="2286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void </a:t>
            </a:r>
            <a:r>
              <a:rPr lang="en-US" sz="2000" dirty="0" err="1" smtClean="0">
                <a:solidFill>
                  <a:srgbClr val="119F33"/>
                </a:solidFill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(Node </a:t>
            </a:r>
            <a:r>
              <a:rPr lang="en-US" sz="2000" dirty="0" smtClean="0">
                <a:solidFill>
                  <a:srgbClr val="119F33"/>
                </a:solidFill>
                <a:latin typeface="Courier New" pitchFamily="49" charset="0"/>
              </a:rPr>
              <a:t>t</a:t>
            </a:r>
            <a:r>
              <a:rPr lang="en-US" sz="2000" dirty="0" smtClean="0">
                <a:latin typeface="Courier New" pitchFamily="49" charset="0"/>
              </a:rPr>
              <a:t>){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en-US" sz="2000" dirty="0" smtClean="0">
                <a:latin typeface="Courier New" pitchFamily="49" charset="0"/>
              </a:rPr>
              <a:t>(t !=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null</a:t>
            </a:r>
            <a:r>
              <a:rPr lang="en-US" sz="2000" dirty="0" smtClean="0">
                <a:latin typeface="Courier New" pitchFamily="49" charset="0"/>
              </a:rPr>
              <a:t>) 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t.left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process(</a:t>
            </a:r>
            <a:r>
              <a:rPr lang="en-US" sz="2000" dirty="0" err="1" smtClean="0">
                <a:latin typeface="Courier New" pitchFamily="49" charset="0"/>
              </a:rPr>
              <a:t>t.element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t.right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}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}</a:t>
            </a:r>
          </a:p>
        </p:txBody>
      </p:sp>
      <p:sp>
        <p:nvSpPr>
          <p:cNvPr id="9" name="Oval 1029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272338" y="1295400"/>
            <a:ext cx="457200" cy="425450"/>
          </a:xfrm>
          <a:prstGeom prst="ellipse">
            <a:avLst/>
          </a:prstGeom>
          <a:solidFill>
            <a:srgbClr val="3366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A</a:t>
            </a:r>
            <a:endParaRPr lang="en-US" sz="2000" dirty="0"/>
          </a:p>
        </p:txBody>
      </p:sp>
      <p:cxnSp>
        <p:nvCxnSpPr>
          <p:cNvPr id="10" name="AutoShape 1030"/>
          <p:cNvCxnSpPr>
            <a:cxnSpLocks noChangeShapeType="1"/>
            <a:stCxn id="9" idx="3"/>
            <a:endCxn id="12" idx="0"/>
          </p:cNvCxnSpPr>
          <p:nvPr>
            <p:custDataLst>
              <p:tags r:id="rId4"/>
            </p:custDataLst>
          </p:nvPr>
        </p:nvCxnSpPr>
        <p:spPr bwMode="auto">
          <a:xfrm flipH="1">
            <a:off x="7010400" y="1676400"/>
            <a:ext cx="328613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" name="AutoShape 1031"/>
          <p:cNvCxnSpPr>
            <a:cxnSpLocks noChangeShapeType="1"/>
            <a:stCxn id="9" idx="5"/>
            <a:endCxn id="17" idx="0"/>
          </p:cNvCxnSpPr>
          <p:nvPr>
            <p:custDataLst>
              <p:tags r:id="rId5"/>
            </p:custDataLst>
          </p:nvPr>
        </p:nvCxnSpPr>
        <p:spPr bwMode="auto">
          <a:xfrm>
            <a:off x="7662863" y="1676400"/>
            <a:ext cx="338138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" name="Oval 1032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6781800" y="2146300"/>
            <a:ext cx="457200" cy="425450"/>
          </a:xfrm>
          <a:prstGeom prst="ellipse">
            <a:avLst/>
          </a:prstGeom>
          <a:solidFill>
            <a:srgbClr val="C1504D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B</a:t>
            </a:r>
            <a:endParaRPr lang="en-US" sz="2000" dirty="0"/>
          </a:p>
        </p:txBody>
      </p:sp>
      <p:sp>
        <p:nvSpPr>
          <p:cNvPr id="13" name="Oval 1033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64770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D</a:t>
            </a:r>
            <a:endParaRPr lang="en-US" sz="2000" dirty="0"/>
          </a:p>
        </p:txBody>
      </p:sp>
      <p:sp>
        <p:nvSpPr>
          <p:cNvPr id="14" name="Oval 1034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70104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E</a:t>
            </a:r>
            <a:endParaRPr lang="en-US" sz="2000" dirty="0"/>
          </a:p>
        </p:txBody>
      </p:sp>
      <p:cxnSp>
        <p:nvCxnSpPr>
          <p:cNvPr id="15" name="AutoShape 1035"/>
          <p:cNvCxnSpPr>
            <a:cxnSpLocks noChangeShapeType="1"/>
            <a:stCxn id="12" idx="5"/>
            <a:endCxn id="14" idx="0"/>
          </p:cNvCxnSpPr>
          <p:nvPr>
            <p:custDataLst>
              <p:tags r:id="rId9"/>
            </p:custDataLst>
          </p:nvPr>
        </p:nvCxnSpPr>
        <p:spPr bwMode="auto">
          <a:xfrm rot="16200000" flipH="1">
            <a:off x="6996569" y="2684919"/>
            <a:ext cx="417906" cy="669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AutoShape 1036"/>
          <p:cNvCxnSpPr>
            <a:cxnSpLocks noChangeShapeType="1"/>
            <a:stCxn id="12" idx="3"/>
            <a:endCxn id="13" idx="0"/>
          </p:cNvCxnSpPr>
          <p:nvPr>
            <p:custDataLst>
              <p:tags r:id="rId10"/>
            </p:custDataLst>
          </p:nvPr>
        </p:nvCxnSpPr>
        <p:spPr bwMode="auto">
          <a:xfrm flipH="1">
            <a:off x="67056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Oval 1037"/>
          <p:cNvSpPr>
            <a:spLocks noChangeAspect="1" noChangeArrowheads="1"/>
          </p:cNvSpPr>
          <p:nvPr>
            <p:custDataLst>
              <p:tags r:id="rId11"/>
            </p:custDataLst>
          </p:nvPr>
        </p:nvSpPr>
        <p:spPr bwMode="auto">
          <a:xfrm>
            <a:off x="7772400" y="214630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18" name="Oval 1033"/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75438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F</a:t>
            </a:r>
            <a:endParaRPr lang="en-US" sz="2000" dirty="0"/>
          </a:p>
        </p:txBody>
      </p:sp>
      <p:sp>
        <p:nvSpPr>
          <p:cNvPr id="19" name="Oval 1034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81534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G</a:t>
            </a:r>
            <a:endParaRPr lang="en-US" sz="2000" dirty="0"/>
          </a:p>
        </p:txBody>
      </p:sp>
      <p:cxnSp>
        <p:nvCxnSpPr>
          <p:cNvPr id="20" name="AutoShape 1035"/>
          <p:cNvCxnSpPr>
            <a:cxnSpLocks noChangeShapeType="1"/>
            <a:stCxn id="17" idx="5"/>
            <a:endCxn id="19" idx="0"/>
          </p:cNvCxnSpPr>
          <p:nvPr>
            <p:custDataLst>
              <p:tags r:id="rId14"/>
            </p:custDataLst>
          </p:nvPr>
        </p:nvCxnSpPr>
        <p:spPr bwMode="auto">
          <a:xfrm rot="16200000" flipH="1">
            <a:off x="8063369" y="2608719"/>
            <a:ext cx="417906" cy="2193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" name="AutoShape 1036"/>
          <p:cNvCxnSpPr>
            <a:cxnSpLocks noChangeShapeType="1"/>
            <a:endCxn id="18" idx="0"/>
          </p:cNvCxnSpPr>
          <p:nvPr>
            <p:custDataLst>
              <p:tags r:id="rId15"/>
            </p:custDataLst>
          </p:nvPr>
        </p:nvCxnSpPr>
        <p:spPr bwMode="auto">
          <a:xfrm flipH="1">
            <a:off x="77724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" name="Slide Number Placeholder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 smtClean="0"/>
              <a:t>Structures &amp; Algorithms</a:t>
            </a:r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512859" y="3878503"/>
            <a:ext cx="6649941" cy="1025813"/>
            <a:chOff x="512859" y="3878503"/>
            <a:chExt cx="6649941" cy="1025813"/>
          </a:xfrm>
        </p:grpSpPr>
        <p:sp>
          <p:nvSpPr>
            <p:cNvPr id="36" name="TextBox 35"/>
            <p:cNvSpPr txBox="1"/>
            <p:nvPr/>
          </p:nvSpPr>
          <p:spPr>
            <a:xfrm>
              <a:off x="685800" y="3886200"/>
              <a:ext cx="6477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    = current node			= processing (on the call stack)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= completed node		= element has been processed</a:t>
              </a:r>
            </a:p>
          </p:txBody>
        </p:sp>
        <p:sp>
          <p:nvSpPr>
            <p:cNvPr id="37" name="Oval 1029"/>
            <p:cNvSpPr>
              <a:spLocks noChangeAspect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12859" y="3880042"/>
              <a:ext cx="457200" cy="425450"/>
            </a:xfrm>
            <a:prstGeom prst="ellipse">
              <a:avLst/>
            </a:prstGeom>
            <a:solidFill>
              <a:srgbClr val="C0504D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38" name="Oval 1029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982047" y="3878503"/>
              <a:ext cx="457200" cy="425450"/>
            </a:xfrm>
            <a:prstGeom prst="ellipse">
              <a:avLst/>
            </a:prstGeom>
            <a:solidFill>
              <a:srgbClr val="3366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39" name="Oval 1029"/>
            <p:cNvSpPr>
              <a:spLocks noChangeAspect="1"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19016" y="4478866"/>
              <a:ext cx="457200" cy="42545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200400" y="4495800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Zapf Dingbats"/>
                  <a:ea typeface="Zapf Dingbats"/>
                  <a:cs typeface="Zapf Dingbats"/>
                </a:rPr>
                <a:t>✓</a:t>
              </a:r>
              <a:endParaRPr lang="en-US" sz="2000" b="0" dirty="0" smtClean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796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r>
              <a:rPr lang="en-US" dirty="0" smtClean="0"/>
              <a:t>More on  traversals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95400"/>
            <a:ext cx="4953000" cy="2286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void </a:t>
            </a:r>
            <a:r>
              <a:rPr lang="en-US" sz="2000" dirty="0" err="1" smtClean="0">
                <a:solidFill>
                  <a:srgbClr val="119F33"/>
                </a:solidFill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(Node </a:t>
            </a:r>
            <a:r>
              <a:rPr lang="en-US" sz="2000" dirty="0" smtClean="0">
                <a:solidFill>
                  <a:srgbClr val="119F33"/>
                </a:solidFill>
                <a:latin typeface="Courier New" pitchFamily="49" charset="0"/>
              </a:rPr>
              <a:t>t</a:t>
            </a:r>
            <a:r>
              <a:rPr lang="en-US" sz="2000" dirty="0" smtClean="0">
                <a:latin typeface="Courier New" pitchFamily="49" charset="0"/>
              </a:rPr>
              <a:t>){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en-US" sz="2000" dirty="0" smtClean="0">
                <a:latin typeface="Courier New" pitchFamily="49" charset="0"/>
              </a:rPr>
              <a:t>(t !=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null</a:t>
            </a:r>
            <a:r>
              <a:rPr lang="en-US" sz="2000" dirty="0" smtClean="0">
                <a:latin typeface="Courier New" pitchFamily="49" charset="0"/>
              </a:rPr>
              <a:t>) 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t.left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process(</a:t>
            </a:r>
            <a:r>
              <a:rPr lang="en-US" sz="2000" dirty="0" err="1" smtClean="0">
                <a:latin typeface="Courier New" pitchFamily="49" charset="0"/>
              </a:rPr>
              <a:t>t.element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t.right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}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}</a:t>
            </a:r>
          </a:p>
        </p:txBody>
      </p:sp>
      <p:sp>
        <p:nvSpPr>
          <p:cNvPr id="9" name="Oval 1029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272338" y="1295400"/>
            <a:ext cx="457200" cy="425450"/>
          </a:xfrm>
          <a:prstGeom prst="ellipse">
            <a:avLst/>
          </a:prstGeom>
          <a:solidFill>
            <a:srgbClr val="3366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A</a:t>
            </a:r>
            <a:endParaRPr lang="en-US" sz="2000" dirty="0"/>
          </a:p>
        </p:txBody>
      </p:sp>
      <p:cxnSp>
        <p:nvCxnSpPr>
          <p:cNvPr id="10" name="AutoShape 1030"/>
          <p:cNvCxnSpPr>
            <a:cxnSpLocks noChangeShapeType="1"/>
            <a:stCxn id="9" idx="3"/>
            <a:endCxn id="12" idx="0"/>
          </p:cNvCxnSpPr>
          <p:nvPr>
            <p:custDataLst>
              <p:tags r:id="rId4"/>
            </p:custDataLst>
          </p:nvPr>
        </p:nvCxnSpPr>
        <p:spPr bwMode="auto">
          <a:xfrm flipH="1">
            <a:off x="7010400" y="1676400"/>
            <a:ext cx="328613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" name="AutoShape 1031"/>
          <p:cNvCxnSpPr>
            <a:cxnSpLocks noChangeShapeType="1"/>
            <a:stCxn id="9" idx="5"/>
            <a:endCxn id="17" idx="0"/>
          </p:cNvCxnSpPr>
          <p:nvPr>
            <p:custDataLst>
              <p:tags r:id="rId5"/>
            </p:custDataLst>
          </p:nvPr>
        </p:nvCxnSpPr>
        <p:spPr bwMode="auto">
          <a:xfrm>
            <a:off x="7662863" y="1676400"/>
            <a:ext cx="338138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" name="Oval 1032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6781800" y="2146300"/>
            <a:ext cx="457200" cy="425450"/>
          </a:xfrm>
          <a:prstGeom prst="ellipse">
            <a:avLst/>
          </a:prstGeom>
          <a:solidFill>
            <a:srgbClr val="3366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B</a:t>
            </a:r>
            <a:endParaRPr lang="en-US" sz="2000" dirty="0"/>
          </a:p>
        </p:txBody>
      </p:sp>
      <p:sp>
        <p:nvSpPr>
          <p:cNvPr id="13" name="Oval 1033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6477000" y="2927350"/>
            <a:ext cx="457200" cy="425450"/>
          </a:xfrm>
          <a:prstGeom prst="ellipse">
            <a:avLst/>
          </a:prstGeom>
          <a:solidFill>
            <a:srgbClr val="C1504D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D</a:t>
            </a:r>
            <a:endParaRPr lang="en-US" sz="2000" dirty="0"/>
          </a:p>
        </p:txBody>
      </p:sp>
      <p:sp>
        <p:nvSpPr>
          <p:cNvPr id="14" name="Oval 1034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70104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E</a:t>
            </a:r>
            <a:endParaRPr lang="en-US" sz="2000" dirty="0"/>
          </a:p>
        </p:txBody>
      </p:sp>
      <p:cxnSp>
        <p:nvCxnSpPr>
          <p:cNvPr id="15" name="AutoShape 1035"/>
          <p:cNvCxnSpPr>
            <a:cxnSpLocks noChangeShapeType="1"/>
            <a:stCxn id="12" idx="5"/>
            <a:endCxn id="14" idx="0"/>
          </p:cNvCxnSpPr>
          <p:nvPr>
            <p:custDataLst>
              <p:tags r:id="rId9"/>
            </p:custDataLst>
          </p:nvPr>
        </p:nvCxnSpPr>
        <p:spPr bwMode="auto">
          <a:xfrm rot="16200000" flipH="1">
            <a:off x="6996569" y="2684919"/>
            <a:ext cx="417906" cy="669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AutoShape 1036"/>
          <p:cNvCxnSpPr>
            <a:cxnSpLocks noChangeShapeType="1"/>
            <a:stCxn id="12" idx="3"/>
            <a:endCxn id="13" idx="0"/>
          </p:cNvCxnSpPr>
          <p:nvPr>
            <p:custDataLst>
              <p:tags r:id="rId10"/>
            </p:custDataLst>
          </p:nvPr>
        </p:nvCxnSpPr>
        <p:spPr bwMode="auto">
          <a:xfrm flipH="1">
            <a:off x="67056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Oval 1037"/>
          <p:cNvSpPr>
            <a:spLocks noChangeAspect="1" noChangeArrowheads="1"/>
          </p:cNvSpPr>
          <p:nvPr>
            <p:custDataLst>
              <p:tags r:id="rId11"/>
            </p:custDataLst>
          </p:nvPr>
        </p:nvSpPr>
        <p:spPr bwMode="auto">
          <a:xfrm>
            <a:off x="7772400" y="214630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18" name="Oval 1033"/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75438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F</a:t>
            </a:r>
            <a:endParaRPr lang="en-US" sz="2000" dirty="0"/>
          </a:p>
        </p:txBody>
      </p:sp>
      <p:sp>
        <p:nvSpPr>
          <p:cNvPr id="19" name="Oval 1034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81534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G</a:t>
            </a:r>
            <a:endParaRPr lang="en-US" sz="2000" dirty="0"/>
          </a:p>
        </p:txBody>
      </p:sp>
      <p:cxnSp>
        <p:nvCxnSpPr>
          <p:cNvPr id="20" name="AutoShape 1035"/>
          <p:cNvCxnSpPr>
            <a:cxnSpLocks noChangeShapeType="1"/>
            <a:stCxn id="17" idx="5"/>
            <a:endCxn id="19" idx="0"/>
          </p:cNvCxnSpPr>
          <p:nvPr>
            <p:custDataLst>
              <p:tags r:id="rId14"/>
            </p:custDataLst>
          </p:nvPr>
        </p:nvCxnSpPr>
        <p:spPr bwMode="auto">
          <a:xfrm rot="16200000" flipH="1">
            <a:off x="8063369" y="2608719"/>
            <a:ext cx="417906" cy="2193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" name="AutoShape 1036"/>
          <p:cNvCxnSpPr>
            <a:cxnSpLocks noChangeShapeType="1"/>
            <a:endCxn id="18" idx="0"/>
          </p:cNvCxnSpPr>
          <p:nvPr>
            <p:custDataLst>
              <p:tags r:id="rId15"/>
            </p:custDataLst>
          </p:nvPr>
        </p:nvCxnSpPr>
        <p:spPr bwMode="auto">
          <a:xfrm flipH="1">
            <a:off x="77724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" name="Slide Number Placeholder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 smtClean="0"/>
              <a:t>Structures &amp; Algorithms</a:t>
            </a:r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512859" y="3878503"/>
            <a:ext cx="6649941" cy="1025813"/>
            <a:chOff x="512859" y="3878503"/>
            <a:chExt cx="6649941" cy="1025813"/>
          </a:xfrm>
        </p:grpSpPr>
        <p:sp>
          <p:nvSpPr>
            <p:cNvPr id="36" name="TextBox 35"/>
            <p:cNvSpPr txBox="1"/>
            <p:nvPr/>
          </p:nvSpPr>
          <p:spPr>
            <a:xfrm>
              <a:off x="685800" y="3886200"/>
              <a:ext cx="6477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    = current node			= processing (on the call stack)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= completed node		= element has been processed</a:t>
              </a:r>
            </a:p>
          </p:txBody>
        </p:sp>
        <p:sp>
          <p:nvSpPr>
            <p:cNvPr id="37" name="Oval 1029"/>
            <p:cNvSpPr>
              <a:spLocks noChangeAspect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12859" y="3880042"/>
              <a:ext cx="457200" cy="425450"/>
            </a:xfrm>
            <a:prstGeom prst="ellipse">
              <a:avLst/>
            </a:prstGeom>
            <a:solidFill>
              <a:srgbClr val="C0504D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38" name="Oval 1029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982047" y="3878503"/>
              <a:ext cx="457200" cy="425450"/>
            </a:xfrm>
            <a:prstGeom prst="ellipse">
              <a:avLst/>
            </a:prstGeom>
            <a:solidFill>
              <a:srgbClr val="3366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39" name="Oval 1029"/>
            <p:cNvSpPr>
              <a:spLocks noChangeAspect="1"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19016" y="4478866"/>
              <a:ext cx="457200" cy="42545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200400" y="4495800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Zapf Dingbats"/>
                  <a:ea typeface="Zapf Dingbats"/>
                  <a:cs typeface="Zapf Dingbats"/>
                </a:rPr>
                <a:t>✓</a:t>
              </a:r>
              <a:endParaRPr lang="en-US" sz="2000" b="0" dirty="0" smtClean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3554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r>
              <a:rPr lang="en-US" dirty="0" smtClean="0"/>
              <a:t>More on  traversals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95400"/>
            <a:ext cx="4953000" cy="2286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void </a:t>
            </a:r>
            <a:r>
              <a:rPr lang="en-US" sz="2000" dirty="0" err="1" smtClean="0">
                <a:solidFill>
                  <a:srgbClr val="119F33"/>
                </a:solidFill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(Node </a:t>
            </a:r>
            <a:r>
              <a:rPr lang="en-US" sz="2000" dirty="0" smtClean="0">
                <a:solidFill>
                  <a:srgbClr val="119F33"/>
                </a:solidFill>
                <a:latin typeface="Courier New" pitchFamily="49" charset="0"/>
              </a:rPr>
              <a:t>t</a:t>
            </a:r>
            <a:r>
              <a:rPr lang="en-US" sz="2000" dirty="0" smtClean="0">
                <a:latin typeface="Courier New" pitchFamily="49" charset="0"/>
              </a:rPr>
              <a:t>){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en-US" sz="2000" dirty="0" smtClean="0">
                <a:latin typeface="Courier New" pitchFamily="49" charset="0"/>
              </a:rPr>
              <a:t>(t !=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null</a:t>
            </a:r>
            <a:r>
              <a:rPr lang="en-US" sz="2000" dirty="0" smtClean="0">
                <a:latin typeface="Courier New" pitchFamily="49" charset="0"/>
              </a:rPr>
              <a:t>) 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t.left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process(</a:t>
            </a:r>
            <a:r>
              <a:rPr lang="en-US" sz="2000" dirty="0" err="1" smtClean="0">
                <a:latin typeface="Courier New" pitchFamily="49" charset="0"/>
              </a:rPr>
              <a:t>t.element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t.right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}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}</a:t>
            </a:r>
          </a:p>
        </p:txBody>
      </p:sp>
      <p:sp>
        <p:nvSpPr>
          <p:cNvPr id="9" name="Oval 1029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272338" y="1295400"/>
            <a:ext cx="457200" cy="425450"/>
          </a:xfrm>
          <a:prstGeom prst="ellipse">
            <a:avLst/>
          </a:prstGeom>
          <a:solidFill>
            <a:srgbClr val="3366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A</a:t>
            </a:r>
            <a:endParaRPr lang="en-US" sz="2000" dirty="0"/>
          </a:p>
        </p:txBody>
      </p:sp>
      <p:cxnSp>
        <p:nvCxnSpPr>
          <p:cNvPr id="10" name="AutoShape 1030"/>
          <p:cNvCxnSpPr>
            <a:cxnSpLocks noChangeShapeType="1"/>
            <a:stCxn id="9" idx="3"/>
            <a:endCxn id="12" idx="0"/>
          </p:cNvCxnSpPr>
          <p:nvPr>
            <p:custDataLst>
              <p:tags r:id="rId4"/>
            </p:custDataLst>
          </p:nvPr>
        </p:nvCxnSpPr>
        <p:spPr bwMode="auto">
          <a:xfrm flipH="1">
            <a:off x="7010400" y="1676400"/>
            <a:ext cx="328613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" name="AutoShape 1031"/>
          <p:cNvCxnSpPr>
            <a:cxnSpLocks noChangeShapeType="1"/>
            <a:stCxn id="9" idx="5"/>
            <a:endCxn id="17" idx="0"/>
          </p:cNvCxnSpPr>
          <p:nvPr>
            <p:custDataLst>
              <p:tags r:id="rId5"/>
            </p:custDataLst>
          </p:nvPr>
        </p:nvCxnSpPr>
        <p:spPr bwMode="auto">
          <a:xfrm>
            <a:off x="7662863" y="1676400"/>
            <a:ext cx="338138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" name="Oval 1032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6781800" y="2146300"/>
            <a:ext cx="457200" cy="425450"/>
          </a:xfrm>
          <a:prstGeom prst="ellipse">
            <a:avLst/>
          </a:prstGeom>
          <a:solidFill>
            <a:srgbClr val="C1504D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B</a:t>
            </a:r>
            <a:endParaRPr lang="en-US" sz="2000" dirty="0"/>
          </a:p>
        </p:txBody>
      </p:sp>
      <p:sp>
        <p:nvSpPr>
          <p:cNvPr id="13" name="Oval 1033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64770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D</a:t>
            </a:r>
            <a:endParaRPr lang="en-US" sz="2000" dirty="0"/>
          </a:p>
        </p:txBody>
      </p:sp>
      <p:sp>
        <p:nvSpPr>
          <p:cNvPr id="14" name="Oval 1034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70104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E</a:t>
            </a:r>
            <a:endParaRPr lang="en-US" sz="2000" dirty="0"/>
          </a:p>
        </p:txBody>
      </p:sp>
      <p:cxnSp>
        <p:nvCxnSpPr>
          <p:cNvPr id="15" name="AutoShape 1035"/>
          <p:cNvCxnSpPr>
            <a:cxnSpLocks noChangeShapeType="1"/>
            <a:stCxn id="12" idx="5"/>
            <a:endCxn id="14" idx="0"/>
          </p:cNvCxnSpPr>
          <p:nvPr>
            <p:custDataLst>
              <p:tags r:id="rId9"/>
            </p:custDataLst>
          </p:nvPr>
        </p:nvCxnSpPr>
        <p:spPr bwMode="auto">
          <a:xfrm rot="16200000" flipH="1">
            <a:off x="6996569" y="2684919"/>
            <a:ext cx="417906" cy="669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AutoShape 1036"/>
          <p:cNvCxnSpPr>
            <a:cxnSpLocks noChangeShapeType="1"/>
            <a:stCxn id="12" idx="3"/>
            <a:endCxn id="13" idx="0"/>
          </p:cNvCxnSpPr>
          <p:nvPr>
            <p:custDataLst>
              <p:tags r:id="rId10"/>
            </p:custDataLst>
          </p:nvPr>
        </p:nvCxnSpPr>
        <p:spPr bwMode="auto">
          <a:xfrm flipH="1">
            <a:off x="67056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Oval 1037"/>
          <p:cNvSpPr>
            <a:spLocks noChangeAspect="1" noChangeArrowheads="1"/>
          </p:cNvSpPr>
          <p:nvPr>
            <p:custDataLst>
              <p:tags r:id="rId11"/>
            </p:custDataLst>
          </p:nvPr>
        </p:nvSpPr>
        <p:spPr bwMode="auto">
          <a:xfrm>
            <a:off x="7772400" y="214630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18" name="Oval 1033"/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75438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F</a:t>
            </a:r>
            <a:endParaRPr lang="en-US" sz="2000" dirty="0"/>
          </a:p>
        </p:txBody>
      </p:sp>
      <p:sp>
        <p:nvSpPr>
          <p:cNvPr id="19" name="Oval 1034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81534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G</a:t>
            </a:r>
            <a:endParaRPr lang="en-US" sz="2000" dirty="0"/>
          </a:p>
        </p:txBody>
      </p:sp>
      <p:cxnSp>
        <p:nvCxnSpPr>
          <p:cNvPr id="20" name="AutoShape 1035"/>
          <p:cNvCxnSpPr>
            <a:cxnSpLocks noChangeShapeType="1"/>
            <a:stCxn id="17" idx="5"/>
            <a:endCxn id="19" idx="0"/>
          </p:cNvCxnSpPr>
          <p:nvPr>
            <p:custDataLst>
              <p:tags r:id="rId14"/>
            </p:custDataLst>
          </p:nvPr>
        </p:nvCxnSpPr>
        <p:spPr bwMode="auto">
          <a:xfrm rot="16200000" flipH="1">
            <a:off x="8063369" y="2608719"/>
            <a:ext cx="417906" cy="2193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" name="AutoShape 1036"/>
          <p:cNvCxnSpPr>
            <a:cxnSpLocks noChangeShapeType="1"/>
            <a:endCxn id="18" idx="0"/>
          </p:cNvCxnSpPr>
          <p:nvPr>
            <p:custDataLst>
              <p:tags r:id="rId15"/>
            </p:custDataLst>
          </p:nvPr>
        </p:nvCxnSpPr>
        <p:spPr bwMode="auto">
          <a:xfrm flipH="1">
            <a:off x="77724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" name="Slide Number Placeholder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 smtClean="0"/>
              <a:t>Structures &amp; Algorithms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6781800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512859" y="3878503"/>
            <a:ext cx="6649941" cy="1025813"/>
            <a:chOff x="512859" y="3878503"/>
            <a:chExt cx="6649941" cy="1025813"/>
          </a:xfrm>
        </p:grpSpPr>
        <p:sp>
          <p:nvSpPr>
            <p:cNvPr id="38" name="TextBox 37"/>
            <p:cNvSpPr txBox="1"/>
            <p:nvPr/>
          </p:nvSpPr>
          <p:spPr>
            <a:xfrm>
              <a:off x="685800" y="3886200"/>
              <a:ext cx="6477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    = current node			= processing (on the call stack)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= completed node		= element has been processed</a:t>
              </a:r>
            </a:p>
          </p:txBody>
        </p:sp>
        <p:sp>
          <p:nvSpPr>
            <p:cNvPr id="39" name="Oval 1029"/>
            <p:cNvSpPr>
              <a:spLocks noChangeAspect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12859" y="3880042"/>
              <a:ext cx="457200" cy="425450"/>
            </a:xfrm>
            <a:prstGeom prst="ellipse">
              <a:avLst/>
            </a:prstGeom>
            <a:solidFill>
              <a:srgbClr val="C0504D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0" name="Oval 1029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982047" y="3878503"/>
              <a:ext cx="457200" cy="425450"/>
            </a:xfrm>
            <a:prstGeom prst="ellipse">
              <a:avLst/>
            </a:prstGeom>
            <a:solidFill>
              <a:srgbClr val="3366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1" name="Oval 1029"/>
            <p:cNvSpPr>
              <a:spLocks noChangeAspect="1"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19016" y="4478866"/>
              <a:ext cx="457200" cy="42545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00400" y="4495800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Zapf Dingbats"/>
                  <a:ea typeface="Zapf Dingbats"/>
                  <a:cs typeface="Zapf Dingbats"/>
                </a:rPr>
                <a:t>✓</a:t>
              </a:r>
              <a:endParaRPr lang="en-US" sz="2000" b="0" dirty="0" smtClean="0">
                <a:latin typeface="+mn-lt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049237" y="5627817"/>
            <a:ext cx="374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12288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r>
              <a:rPr lang="en-US" dirty="0" smtClean="0"/>
              <a:t>More on  traversals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95400"/>
            <a:ext cx="4953000" cy="2286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void </a:t>
            </a:r>
            <a:r>
              <a:rPr lang="en-US" sz="2000" dirty="0" err="1" smtClean="0">
                <a:solidFill>
                  <a:srgbClr val="119F33"/>
                </a:solidFill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(Node </a:t>
            </a:r>
            <a:r>
              <a:rPr lang="en-US" sz="2000" dirty="0" smtClean="0">
                <a:solidFill>
                  <a:srgbClr val="119F33"/>
                </a:solidFill>
                <a:latin typeface="Courier New" pitchFamily="49" charset="0"/>
              </a:rPr>
              <a:t>t</a:t>
            </a:r>
            <a:r>
              <a:rPr lang="en-US" sz="2000" dirty="0" smtClean="0">
                <a:latin typeface="Courier New" pitchFamily="49" charset="0"/>
              </a:rPr>
              <a:t>){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en-US" sz="2000" dirty="0" smtClean="0">
                <a:latin typeface="Courier New" pitchFamily="49" charset="0"/>
              </a:rPr>
              <a:t>(t !=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null</a:t>
            </a:r>
            <a:r>
              <a:rPr lang="en-US" sz="2000" dirty="0" smtClean="0">
                <a:latin typeface="Courier New" pitchFamily="49" charset="0"/>
              </a:rPr>
              <a:t>) 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t.left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process(</a:t>
            </a:r>
            <a:r>
              <a:rPr lang="en-US" sz="2000" dirty="0" err="1" smtClean="0">
                <a:latin typeface="Courier New" pitchFamily="49" charset="0"/>
              </a:rPr>
              <a:t>t.element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t.right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}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}</a:t>
            </a:r>
          </a:p>
        </p:txBody>
      </p:sp>
      <p:sp>
        <p:nvSpPr>
          <p:cNvPr id="9" name="Oval 1029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272338" y="1295400"/>
            <a:ext cx="457200" cy="425450"/>
          </a:xfrm>
          <a:prstGeom prst="ellipse">
            <a:avLst/>
          </a:prstGeom>
          <a:solidFill>
            <a:srgbClr val="3366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A</a:t>
            </a:r>
            <a:endParaRPr lang="en-US" sz="2000" dirty="0"/>
          </a:p>
        </p:txBody>
      </p:sp>
      <p:cxnSp>
        <p:nvCxnSpPr>
          <p:cNvPr id="10" name="AutoShape 1030"/>
          <p:cNvCxnSpPr>
            <a:cxnSpLocks noChangeShapeType="1"/>
            <a:stCxn id="9" idx="3"/>
            <a:endCxn id="12" idx="0"/>
          </p:cNvCxnSpPr>
          <p:nvPr>
            <p:custDataLst>
              <p:tags r:id="rId4"/>
            </p:custDataLst>
          </p:nvPr>
        </p:nvCxnSpPr>
        <p:spPr bwMode="auto">
          <a:xfrm flipH="1">
            <a:off x="7010400" y="1676400"/>
            <a:ext cx="328613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" name="AutoShape 1031"/>
          <p:cNvCxnSpPr>
            <a:cxnSpLocks noChangeShapeType="1"/>
            <a:stCxn id="9" idx="5"/>
            <a:endCxn id="17" idx="0"/>
          </p:cNvCxnSpPr>
          <p:nvPr>
            <p:custDataLst>
              <p:tags r:id="rId5"/>
            </p:custDataLst>
          </p:nvPr>
        </p:nvCxnSpPr>
        <p:spPr bwMode="auto">
          <a:xfrm>
            <a:off x="7662863" y="1676400"/>
            <a:ext cx="338138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" name="Oval 1032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6781800" y="2146300"/>
            <a:ext cx="457200" cy="425450"/>
          </a:xfrm>
          <a:prstGeom prst="ellipse">
            <a:avLst/>
          </a:prstGeom>
          <a:solidFill>
            <a:srgbClr val="3366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B</a:t>
            </a:r>
            <a:endParaRPr lang="en-US" sz="2000" dirty="0"/>
          </a:p>
        </p:txBody>
      </p:sp>
      <p:sp>
        <p:nvSpPr>
          <p:cNvPr id="13" name="Oval 1033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64770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D</a:t>
            </a:r>
            <a:endParaRPr lang="en-US" sz="2000" dirty="0"/>
          </a:p>
        </p:txBody>
      </p:sp>
      <p:sp>
        <p:nvSpPr>
          <p:cNvPr id="14" name="Oval 1034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7010400" y="2927350"/>
            <a:ext cx="457200" cy="425450"/>
          </a:xfrm>
          <a:prstGeom prst="ellipse">
            <a:avLst/>
          </a:prstGeom>
          <a:solidFill>
            <a:srgbClr val="C1504D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E</a:t>
            </a:r>
            <a:endParaRPr lang="en-US" sz="2000" dirty="0"/>
          </a:p>
        </p:txBody>
      </p:sp>
      <p:cxnSp>
        <p:nvCxnSpPr>
          <p:cNvPr id="15" name="AutoShape 1035"/>
          <p:cNvCxnSpPr>
            <a:cxnSpLocks noChangeShapeType="1"/>
            <a:stCxn id="12" idx="5"/>
            <a:endCxn id="14" idx="0"/>
          </p:cNvCxnSpPr>
          <p:nvPr>
            <p:custDataLst>
              <p:tags r:id="rId9"/>
            </p:custDataLst>
          </p:nvPr>
        </p:nvCxnSpPr>
        <p:spPr bwMode="auto">
          <a:xfrm rot="16200000" flipH="1">
            <a:off x="6996569" y="2684919"/>
            <a:ext cx="417906" cy="669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AutoShape 1036"/>
          <p:cNvCxnSpPr>
            <a:cxnSpLocks noChangeShapeType="1"/>
            <a:stCxn id="12" idx="3"/>
            <a:endCxn id="13" idx="0"/>
          </p:cNvCxnSpPr>
          <p:nvPr>
            <p:custDataLst>
              <p:tags r:id="rId10"/>
            </p:custDataLst>
          </p:nvPr>
        </p:nvCxnSpPr>
        <p:spPr bwMode="auto">
          <a:xfrm flipH="1">
            <a:off x="67056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Oval 1037"/>
          <p:cNvSpPr>
            <a:spLocks noChangeAspect="1" noChangeArrowheads="1"/>
          </p:cNvSpPr>
          <p:nvPr>
            <p:custDataLst>
              <p:tags r:id="rId11"/>
            </p:custDataLst>
          </p:nvPr>
        </p:nvSpPr>
        <p:spPr bwMode="auto">
          <a:xfrm>
            <a:off x="7772400" y="214630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18" name="Oval 1033"/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75438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F</a:t>
            </a:r>
            <a:endParaRPr lang="en-US" sz="2000" dirty="0"/>
          </a:p>
        </p:txBody>
      </p:sp>
      <p:sp>
        <p:nvSpPr>
          <p:cNvPr id="19" name="Oval 1034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81534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G</a:t>
            </a:r>
            <a:endParaRPr lang="en-US" sz="2000" dirty="0"/>
          </a:p>
        </p:txBody>
      </p:sp>
      <p:cxnSp>
        <p:nvCxnSpPr>
          <p:cNvPr id="20" name="AutoShape 1035"/>
          <p:cNvCxnSpPr>
            <a:cxnSpLocks noChangeShapeType="1"/>
            <a:stCxn id="17" idx="5"/>
            <a:endCxn id="19" idx="0"/>
          </p:cNvCxnSpPr>
          <p:nvPr>
            <p:custDataLst>
              <p:tags r:id="rId14"/>
            </p:custDataLst>
          </p:nvPr>
        </p:nvCxnSpPr>
        <p:spPr bwMode="auto">
          <a:xfrm rot="16200000" flipH="1">
            <a:off x="8063369" y="2608719"/>
            <a:ext cx="417906" cy="2193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" name="AutoShape 1036"/>
          <p:cNvCxnSpPr>
            <a:cxnSpLocks noChangeShapeType="1"/>
            <a:endCxn id="18" idx="0"/>
          </p:cNvCxnSpPr>
          <p:nvPr>
            <p:custDataLst>
              <p:tags r:id="rId15"/>
            </p:custDataLst>
          </p:nvPr>
        </p:nvCxnSpPr>
        <p:spPr bwMode="auto">
          <a:xfrm flipH="1">
            <a:off x="77724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" name="Slide Number Placeholder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 smtClean="0"/>
              <a:t>Structures &amp; Algorithms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162800" y="19812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81800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512859" y="3878503"/>
            <a:ext cx="6649941" cy="1025813"/>
            <a:chOff x="512859" y="3878503"/>
            <a:chExt cx="6649941" cy="1025813"/>
          </a:xfrm>
        </p:grpSpPr>
        <p:sp>
          <p:nvSpPr>
            <p:cNvPr id="37" name="TextBox 36"/>
            <p:cNvSpPr txBox="1"/>
            <p:nvPr/>
          </p:nvSpPr>
          <p:spPr>
            <a:xfrm>
              <a:off x="685800" y="3886200"/>
              <a:ext cx="6477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    = current node			= processing (on the call stack)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= completed node		= element has been processed</a:t>
              </a:r>
            </a:p>
          </p:txBody>
        </p:sp>
        <p:sp>
          <p:nvSpPr>
            <p:cNvPr id="38" name="Oval 1029"/>
            <p:cNvSpPr>
              <a:spLocks noChangeAspect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12859" y="3880042"/>
              <a:ext cx="457200" cy="425450"/>
            </a:xfrm>
            <a:prstGeom prst="ellipse">
              <a:avLst/>
            </a:prstGeom>
            <a:solidFill>
              <a:srgbClr val="C0504D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39" name="Oval 1029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982047" y="3878503"/>
              <a:ext cx="457200" cy="425450"/>
            </a:xfrm>
            <a:prstGeom prst="ellipse">
              <a:avLst/>
            </a:prstGeom>
            <a:solidFill>
              <a:srgbClr val="3366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0" name="Oval 1029"/>
            <p:cNvSpPr>
              <a:spLocks noChangeAspect="1"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19016" y="4478866"/>
              <a:ext cx="457200" cy="42545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200400" y="4495800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Zapf Dingbats"/>
                  <a:ea typeface="Zapf Dingbats"/>
                  <a:cs typeface="Zapf Dingbats"/>
                </a:rPr>
                <a:t>✓</a:t>
              </a:r>
              <a:endParaRPr lang="en-US" sz="2000" b="0" dirty="0" smtClean="0">
                <a:latin typeface="+mn-lt"/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2049237" y="5627817"/>
            <a:ext cx="611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 B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445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r>
              <a:rPr lang="en-US" dirty="0" smtClean="0"/>
              <a:t>More on  traversals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95400"/>
            <a:ext cx="4953000" cy="2286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void </a:t>
            </a:r>
            <a:r>
              <a:rPr lang="en-US" sz="2000" dirty="0" err="1" smtClean="0">
                <a:solidFill>
                  <a:srgbClr val="119F33"/>
                </a:solidFill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(Node </a:t>
            </a:r>
            <a:r>
              <a:rPr lang="en-US" sz="2000" dirty="0" smtClean="0">
                <a:solidFill>
                  <a:srgbClr val="119F33"/>
                </a:solidFill>
                <a:latin typeface="Courier New" pitchFamily="49" charset="0"/>
              </a:rPr>
              <a:t>t</a:t>
            </a:r>
            <a:r>
              <a:rPr lang="en-US" sz="2000" dirty="0" smtClean="0">
                <a:latin typeface="Courier New" pitchFamily="49" charset="0"/>
              </a:rPr>
              <a:t>){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en-US" sz="2000" dirty="0" smtClean="0">
                <a:latin typeface="Courier New" pitchFamily="49" charset="0"/>
              </a:rPr>
              <a:t>(t !=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null</a:t>
            </a:r>
            <a:r>
              <a:rPr lang="en-US" sz="2000" dirty="0" smtClean="0">
                <a:latin typeface="Courier New" pitchFamily="49" charset="0"/>
              </a:rPr>
              <a:t>) 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t.left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process(</a:t>
            </a:r>
            <a:r>
              <a:rPr lang="en-US" sz="2000" dirty="0" err="1" smtClean="0">
                <a:latin typeface="Courier New" pitchFamily="49" charset="0"/>
              </a:rPr>
              <a:t>t.element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t.right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}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}</a:t>
            </a:r>
          </a:p>
        </p:txBody>
      </p:sp>
      <p:sp>
        <p:nvSpPr>
          <p:cNvPr id="9" name="Oval 1029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272338" y="1295400"/>
            <a:ext cx="457200" cy="425450"/>
          </a:xfrm>
          <a:prstGeom prst="ellipse">
            <a:avLst/>
          </a:prstGeom>
          <a:solidFill>
            <a:srgbClr val="C1504D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A</a:t>
            </a:r>
            <a:endParaRPr lang="en-US" sz="2000" dirty="0"/>
          </a:p>
        </p:txBody>
      </p:sp>
      <p:cxnSp>
        <p:nvCxnSpPr>
          <p:cNvPr id="10" name="AutoShape 1030"/>
          <p:cNvCxnSpPr>
            <a:cxnSpLocks noChangeShapeType="1"/>
            <a:stCxn id="9" idx="3"/>
            <a:endCxn id="12" idx="0"/>
          </p:cNvCxnSpPr>
          <p:nvPr>
            <p:custDataLst>
              <p:tags r:id="rId4"/>
            </p:custDataLst>
          </p:nvPr>
        </p:nvCxnSpPr>
        <p:spPr bwMode="auto">
          <a:xfrm flipH="1">
            <a:off x="7010400" y="1676400"/>
            <a:ext cx="328613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" name="AutoShape 1031"/>
          <p:cNvCxnSpPr>
            <a:cxnSpLocks noChangeShapeType="1"/>
            <a:stCxn id="9" idx="5"/>
            <a:endCxn id="17" idx="0"/>
          </p:cNvCxnSpPr>
          <p:nvPr>
            <p:custDataLst>
              <p:tags r:id="rId5"/>
            </p:custDataLst>
          </p:nvPr>
        </p:nvCxnSpPr>
        <p:spPr bwMode="auto">
          <a:xfrm>
            <a:off x="7662863" y="1676400"/>
            <a:ext cx="338138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" name="Oval 1032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6781800" y="214630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B</a:t>
            </a:r>
            <a:endParaRPr lang="en-US" sz="2000" dirty="0"/>
          </a:p>
        </p:txBody>
      </p:sp>
      <p:sp>
        <p:nvSpPr>
          <p:cNvPr id="13" name="Oval 1033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64770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D</a:t>
            </a:r>
            <a:endParaRPr lang="en-US" sz="2000" dirty="0"/>
          </a:p>
        </p:txBody>
      </p:sp>
      <p:sp>
        <p:nvSpPr>
          <p:cNvPr id="14" name="Oval 1034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70104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E</a:t>
            </a:r>
            <a:endParaRPr lang="en-US" sz="2000" dirty="0"/>
          </a:p>
        </p:txBody>
      </p:sp>
      <p:cxnSp>
        <p:nvCxnSpPr>
          <p:cNvPr id="15" name="AutoShape 1035"/>
          <p:cNvCxnSpPr>
            <a:cxnSpLocks noChangeShapeType="1"/>
            <a:stCxn id="12" idx="5"/>
            <a:endCxn id="14" idx="0"/>
          </p:cNvCxnSpPr>
          <p:nvPr>
            <p:custDataLst>
              <p:tags r:id="rId9"/>
            </p:custDataLst>
          </p:nvPr>
        </p:nvCxnSpPr>
        <p:spPr bwMode="auto">
          <a:xfrm rot="16200000" flipH="1">
            <a:off x="6996569" y="2684919"/>
            <a:ext cx="417906" cy="669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AutoShape 1036"/>
          <p:cNvCxnSpPr>
            <a:cxnSpLocks noChangeShapeType="1"/>
            <a:stCxn id="12" idx="3"/>
            <a:endCxn id="13" idx="0"/>
          </p:cNvCxnSpPr>
          <p:nvPr>
            <p:custDataLst>
              <p:tags r:id="rId10"/>
            </p:custDataLst>
          </p:nvPr>
        </p:nvCxnSpPr>
        <p:spPr bwMode="auto">
          <a:xfrm flipH="1">
            <a:off x="67056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Oval 1037"/>
          <p:cNvSpPr>
            <a:spLocks noChangeAspect="1" noChangeArrowheads="1"/>
          </p:cNvSpPr>
          <p:nvPr>
            <p:custDataLst>
              <p:tags r:id="rId11"/>
            </p:custDataLst>
          </p:nvPr>
        </p:nvSpPr>
        <p:spPr bwMode="auto">
          <a:xfrm>
            <a:off x="7772400" y="214630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18" name="Oval 1033"/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75438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F</a:t>
            </a:r>
            <a:endParaRPr lang="en-US" sz="2000" dirty="0"/>
          </a:p>
        </p:txBody>
      </p:sp>
      <p:sp>
        <p:nvSpPr>
          <p:cNvPr id="19" name="Oval 1034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81534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G</a:t>
            </a:r>
            <a:endParaRPr lang="en-US" sz="2000" dirty="0"/>
          </a:p>
        </p:txBody>
      </p:sp>
      <p:cxnSp>
        <p:nvCxnSpPr>
          <p:cNvPr id="20" name="AutoShape 1035"/>
          <p:cNvCxnSpPr>
            <a:cxnSpLocks noChangeShapeType="1"/>
            <a:stCxn id="17" idx="5"/>
            <a:endCxn id="19" idx="0"/>
          </p:cNvCxnSpPr>
          <p:nvPr>
            <p:custDataLst>
              <p:tags r:id="rId14"/>
            </p:custDataLst>
          </p:nvPr>
        </p:nvCxnSpPr>
        <p:spPr bwMode="auto">
          <a:xfrm rot="16200000" flipH="1">
            <a:off x="8063369" y="2608719"/>
            <a:ext cx="417906" cy="2193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" name="AutoShape 1036"/>
          <p:cNvCxnSpPr>
            <a:cxnSpLocks noChangeShapeType="1"/>
            <a:endCxn id="18" idx="0"/>
          </p:cNvCxnSpPr>
          <p:nvPr>
            <p:custDataLst>
              <p:tags r:id="rId15"/>
            </p:custDataLst>
          </p:nvPr>
        </p:nvCxnSpPr>
        <p:spPr bwMode="auto">
          <a:xfrm flipH="1">
            <a:off x="77724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" name="Slide Number Placeholder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 smtClean="0"/>
              <a:t>Structures &amp; Algorithms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162800" y="19812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81800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15200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512859" y="3878503"/>
            <a:ext cx="6649941" cy="1025813"/>
            <a:chOff x="512859" y="3878503"/>
            <a:chExt cx="6649941" cy="1025813"/>
          </a:xfrm>
        </p:grpSpPr>
        <p:sp>
          <p:nvSpPr>
            <p:cNvPr id="39" name="TextBox 38"/>
            <p:cNvSpPr txBox="1"/>
            <p:nvPr/>
          </p:nvSpPr>
          <p:spPr>
            <a:xfrm>
              <a:off x="685800" y="3886200"/>
              <a:ext cx="6477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    = current node			= processing (on the call stack)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= completed node		= element has been processed</a:t>
              </a:r>
            </a:p>
          </p:txBody>
        </p:sp>
        <p:sp>
          <p:nvSpPr>
            <p:cNvPr id="40" name="Oval 1029"/>
            <p:cNvSpPr>
              <a:spLocks noChangeAspect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12859" y="3880042"/>
              <a:ext cx="457200" cy="425450"/>
            </a:xfrm>
            <a:prstGeom prst="ellipse">
              <a:avLst/>
            </a:prstGeom>
            <a:solidFill>
              <a:srgbClr val="C0504D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1" name="Oval 1029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982047" y="3878503"/>
              <a:ext cx="457200" cy="425450"/>
            </a:xfrm>
            <a:prstGeom prst="ellipse">
              <a:avLst/>
            </a:prstGeom>
            <a:solidFill>
              <a:srgbClr val="3366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2" name="Oval 1029"/>
            <p:cNvSpPr>
              <a:spLocks noChangeAspect="1"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19016" y="4478866"/>
              <a:ext cx="457200" cy="42545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200400" y="4495800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Zapf Dingbats"/>
                  <a:ea typeface="Zapf Dingbats"/>
                  <a:cs typeface="Zapf Dingbats"/>
                </a:rPr>
                <a:t>✓</a:t>
              </a:r>
              <a:endParaRPr lang="en-US" sz="2000" b="0" dirty="0" smtClean="0">
                <a:latin typeface="+mn-lt"/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2049237" y="5627817"/>
            <a:ext cx="830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 B E 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67053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r>
              <a:rPr lang="en-US" dirty="0" smtClean="0"/>
              <a:t>More on  traversals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95400"/>
            <a:ext cx="4953000" cy="2286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void </a:t>
            </a:r>
            <a:r>
              <a:rPr lang="en-US" sz="2000" dirty="0" err="1" smtClean="0">
                <a:solidFill>
                  <a:srgbClr val="119F33"/>
                </a:solidFill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(Node </a:t>
            </a:r>
            <a:r>
              <a:rPr lang="en-US" sz="2000" dirty="0" smtClean="0">
                <a:solidFill>
                  <a:srgbClr val="119F33"/>
                </a:solidFill>
                <a:latin typeface="Courier New" pitchFamily="49" charset="0"/>
              </a:rPr>
              <a:t>t</a:t>
            </a:r>
            <a:r>
              <a:rPr lang="en-US" sz="2000" dirty="0" smtClean="0">
                <a:latin typeface="Courier New" pitchFamily="49" charset="0"/>
              </a:rPr>
              <a:t>){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en-US" sz="2000" dirty="0" smtClean="0">
                <a:latin typeface="Courier New" pitchFamily="49" charset="0"/>
              </a:rPr>
              <a:t>(t !=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null</a:t>
            </a:r>
            <a:r>
              <a:rPr lang="en-US" sz="2000" dirty="0" smtClean="0">
                <a:latin typeface="Courier New" pitchFamily="49" charset="0"/>
              </a:rPr>
              <a:t>) 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t.left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process(</a:t>
            </a:r>
            <a:r>
              <a:rPr lang="en-US" sz="2000" dirty="0" err="1" smtClean="0">
                <a:latin typeface="Courier New" pitchFamily="49" charset="0"/>
              </a:rPr>
              <a:t>t.element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t.right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}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}</a:t>
            </a:r>
          </a:p>
        </p:txBody>
      </p:sp>
      <p:sp>
        <p:nvSpPr>
          <p:cNvPr id="9" name="Oval 1029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272338" y="1295400"/>
            <a:ext cx="457200" cy="425450"/>
          </a:xfrm>
          <a:prstGeom prst="ellipse">
            <a:avLst/>
          </a:prstGeom>
          <a:solidFill>
            <a:srgbClr val="3366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A</a:t>
            </a:r>
            <a:endParaRPr lang="en-US" sz="2000" dirty="0"/>
          </a:p>
        </p:txBody>
      </p:sp>
      <p:cxnSp>
        <p:nvCxnSpPr>
          <p:cNvPr id="10" name="AutoShape 1030"/>
          <p:cNvCxnSpPr>
            <a:cxnSpLocks noChangeShapeType="1"/>
            <a:stCxn id="9" idx="3"/>
            <a:endCxn id="12" idx="0"/>
          </p:cNvCxnSpPr>
          <p:nvPr>
            <p:custDataLst>
              <p:tags r:id="rId4"/>
            </p:custDataLst>
          </p:nvPr>
        </p:nvCxnSpPr>
        <p:spPr bwMode="auto">
          <a:xfrm flipH="1">
            <a:off x="7010400" y="1676400"/>
            <a:ext cx="328613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" name="AutoShape 1031"/>
          <p:cNvCxnSpPr>
            <a:cxnSpLocks noChangeShapeType="1"/>
            <a:stCxn id="9" idx="5"/>
            <a:endCxn id="17" idx="0"/>
          </p:cNvCxnSpPr>
          <p:nvPr>
            <p:custDataLst>
              <p:tags r:id="rId5"/>
            </p:custDataLst>
          </p:nvPr>
        </p:nvCxnSpPr>
        <p:spPr bwMode="auto">
          <a:xfrm>
            <a:off x="7662863" y="1676400"/>
            <a:ext cx="338138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" name="Oval 1032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6781800" y="214630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B</a:t>
            </a:r>
            <a:endParaRPr lang="en-US" sz="2000" dirty="0"/>
          </a:p>
        </p:txBody>
      </p:sp>
      <p:sp>
        <p:nvSpPr>
          <p:cNvPr id="13" name="Oval 1033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64770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D</a:t>
            </a:r>
            <a:endParaRPr lang="en-US" sz="2000" dirty="0"/>
          </a:p>
        </p:txBody>
      </p:sp>
      <p:sp>
        <p:nvSpPr>
          <p:cNvPr id="14" name="Oval 1034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70104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E</a:t>
            </a:r>
            <a:endParaRPr lang="en-US" sz="2000" dirty="0"/>
          </a:p>
        </p:txBody>
      </p:sp>
      <p:cxnSp>
        <p:nvCxnSpPr>
          <p:cNvPr id="15" name="AutoShape 1035"/>
          <p:cNvCxnSpPr>
            <a:cxnSpLocks noChangeShapeType="1"/>
            <a:stCxn id="12" idx="5"/>
            <a:endCxn id="14" idx="0"/>
          </p:cNvCxnSpPr>
          <p:nvPr>
            <p:custDataLst>
              <p:tags r:id="rId9"/>
            </p:custDataLst>
          </p:nvPr>
        </p:nvCxnSpPr>
        <p:spPr bwMode="auto">
          <a:xfrm rot="16200000" flipH="1">
            <a:off x="6996569" y="2684919"/>
            <a:ext cx="417906" cy="669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AutoShape 1036"/>
          <p:cNvCxnSpPr>
            <a:cxnSpLocks noChangeShapeType="1"/>
            <a:stCxn id="12" idx="3"/>
            <a:endCxn id="13" idx="0"/>
          </p:cNvCxnSpPr>
          <p:nvPr>
            <p:custDataLst>
              <p:tags r:id="rId10"/>
            </p:custDataLst>
          </p:nvPr>
        </p:nvCxnSpPr>
        <p:spPr bwMode="auto">
          <a:xfrm flipH="1">
            <a:off x="67056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Oval 1037"/>
          <p:cNvSpPr>
            <a:spLocks noChangeAspect="1" noChangeArrowheads="1"/>
          </p:cNvSpPr>
          <p:nvPr>
            <p:custDataLst>
              <p:tags r:id="rId11"/>
            </p:custDataLst>
          </p:nvPr>
        </p:nvSpPr>
        <p:spPr bwMode="auto">
          <a:xfrm>
            <a:off x="7772400" y="2146300"/>
            <a:ext cx="457200" cy="425450"/>
          </a:xfrm>
          <a:prstGeom prst="ellipse">
            <a:avLst/>
          </a:prstGeom>
          <a:solidFill>
            <a:srgbClr val="C1504D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18" name="Oval 1033"/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75438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F</a:t>
            </a:r>
            <a:endParaRPr lang="en-US" sz="2000" dirty="0"/>
          </a:p>
        </p:txBody>
      </p:sp>
      <p:sp>
        <p:nvSpPr>
          <p:cNvPr id="19" name="Oval 1034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81534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G</a:t>
            </a:r>
            <a:endParaRPr lang="en-US" sz="2000" dirty="0"/>
          </a:p>
        </p:txBody>
      </p:sp>
      <p:cxnSp>
        <p:nvCxnSpPr>
          <p:cNvPr id="20" name="AutoShape 1035"/>
          <p:cNvCxnSpPr>
            <a:cxnSpLocks noChangeShapeType="1"/>
            <a:stCxn id="17" idx="5"/>
            <a:endCxn id="19" idx="0"/>
          </p:cNvCxnSpPr>
          <p:nvPr>
            <p:custDataLst>
              <p:tags r:id="rId14"/>
            </p:custDataLst>
          </p:nvPr>
        </p:nvCxnSpPr>
        <p:spPr bwMode="auto">
          <a:xfrm rot="16200000" flipH="1">
            <a:off x="8063369" y="2608719"/>
            <a:ext cx="417906" cy="2193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" name="AutoShape 1036"/>
          <p:cNvCxnSpPr>
            <a:cxnSpLocks noChangeShapeType="1"/>
            <a:endCxn id="18" idx="0"/>
          </p:cNvCxnSpPr>
          <p:nvPr>
            <p:custDataLst>
              <p:tags r:id="rId15"/>
            </p:custDataLst>
          </p:nvPr>
        </p:nvCxnSpPr>
        <p:spPr bwMode="auto">
          <a:xfrm flipH="1">
            <a:off x="77724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" name="Slide Number Placeholder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 smtClean="0"/>
              <a:t>Structures &amp; Algorithms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162800" y="19812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81800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15200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20000" y="10668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512859" y="3878503"/>
            <a:ext cx="6649941" cy="1025813"/>
            <a:chOff x="512859" y="3878503"/>
            <a:chExt cx="6649941" cy="1025813"/>
          </a:xfrm>
        </p:grpSpPr>
        <p:sp>
          <p:nvSpPr>
            <p:cNvPr id="40" name="TextBox 39"/>
            <p:cNvSpPr txBox="1"/>
            <p:nvPr/>
          </p:nvSpPr>
          <p:spPr>
            <a:xfrm>
              <a:off x="685800" y="3886200"/>
              <a:ext cx="6477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    = current node			= processing (on the call stack)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= completed node		= element has been processed</a:t>
              </a:r>
            </a:p>
          </p:txBody>
        </p:sp>
        <p:sp>
          <p:nvSpPr>
            <p:cNvPr id="41" name="Oval 1029"/>
            <p:cNvSpPr>
              <a:spLocks noChangeAspect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12859" y="3880042"/>
              <a:ext cx="457200" cy="425450"/>
            </a:xfrm>
            <a:prstGeom prst="ellipse">
              <a:avLst/>
            </a:prstGeom>
            <a:solidFill>
              <a:srgbClr val="C0504D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2" name="Oval 1029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982047" y="3878503"/>
              <a:ext cx="457200" cy="425450"/>
            </a:xfrm>
            <a:prstGeom prst="ellipse">
              <a:avLst/>
            </a:prstGeom>
            <a:solidFill>
              <a:srgbClr val="3366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3" name="Oval 1029"/>
            <p:cNvSpPr>
              <a:spLocks noChangeAspect="1"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19016" y="4478866"/>
              <a:ext cx="457200" cy="42545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200400" y="4495800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Zapf Dingbats"/>
                  <a:ea typeface="Zapf Dingbats"/>
                  <a:cs typeface="Zapf Dingbats"/>
                </a:rPr>
                <a:t>✓</a:t>
              </a:r>
              <a:endParaRPr lang="en-US" sz="2000" b="0" dirty="0" smtClean="0">
                <a:latin typeface="+mn-lt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049237" y="5627817"/>
            <a:ext cx="1082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 B E A  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0969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r>
              <a:rPr lang="en-US" dirty="0" smtClean="0"/>
              <a:t>More on  traversals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95400"/>
            <a:ext cx="4953000" cy="2286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void </a:t>
            </a:r>
            <a:r>
              <a:rPr lang="en-US" sz="2000" dirty="0" err="1" smtClean="0">
                <a:solidFill>
                  <a:srgbClr val="119F33"/>
                </a:solidFill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(Node </a:t>
            </a:r>
            <a:r>
              <a:rPr lang="en-US" sz="2000" dirty="0" smtClean="0">
                <a:solidFill>
                  <a:srgbClr val="119F33"/>
                </a:solidFill>
                <a:latin typeface="Courier New" pitchFamily="49" charset="0"/>
              </a:rPr>
              <a:t>t</a:t>
            </a:r>
            <a:r>
              <a:rPr lang="en-US" sz="2000" dirty="0" smtClean="0">
                <a:latin typeface="Courier New" pitchFamily="49" charset="0"/>
              </a:rPr>
              <a:t>){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en-US" sz="2000" dirty="0" smtClean="0">
                <a:latin typeface="Courier New" pitchFamily="49" charset="0"/>
              </a:rPr>
              <a:t>(t !=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null</a:t>
            </a:r>
            <a:r>
              <a:rPr lang="en-US" sz="2000" dirty="0" smtClean="0">
                <a:latin typeface="Courier New" pitchFamily="49" charset="0"/>
              </a:rPr>
              <a:t>) 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t.left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process(</a:t>
            </a:r>
            <a:r>
              <a:rPr lang="en-US" sz="2000" dirty="0" err="1" smtClean="0">
                <a:latin typeface="Courier New" pitchFamily="49" charset="0"/>
              </a:rPr>
              <a:t>t.element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t.right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}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}</a:t>
            </a:r>
          </a:p>
        </p:txBody>
      </p:sp>
      <p:sp>
        <p:nvSpPr>
          <p:cNvPr id="9" name="Oval 1029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272338" y="1295400"/>
            <a:ext cx="457200" cy="425450"/>
          </a:xfrm>
          <a:prstGeom prst="ellipse">
            <a:avLst/>
          </a:prstGeom>
          <a:solidFill>
            <a:srgbClr val="3366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A</a:t>
            </a:r>
            <a:endParaRPr lang="en-US" sz="2000" dirty="0"/>
          </a:p>
        </p:txBody>
      </p:sp>
      <p:cxnSp>
        <p:nvCxnSpPr>
          <p:cNvPr id="10" name="AutoShape 1030"/>
          <p:cNvCxnSpPr>
            <a:cxnSpLocks noChangeShapeType="1"/>
            <a:stCxn id="9" idx="3"/>
            <a:endCxn id="12" idx="0"/>
          </p:cNvCxnSpPr>
          <p:nvPr>
            <p:custDataLst>
              <p:tags r:id="rId4"/>
            </p:custDataLst>
          </p:nvPr>
        </p:nvCxnSpPr>
        <p:spPr bwMode="auto">
          <a:xfrm flipH="1">
            <a:off x="7010400" y="1676400"/>
            <a:ext cx="328613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" name="AutoShape 1031"/>
          <p:cNvCxnSpPr>
            <a:cxnSpLocks noChangeShapeType="1"/>
            <a:stCxn id="9" idx="5"/>
            <a:endCxn id="17" idx="0"/>
          </p:cNvCxnSpPr>
          <p:nvPr>
            <p:custDataLst>
              <p:tags r:id="rId5"/>
            </p:custDataLst>
          </p:nvPr>
        </p:nvCxnSpPr>
        <p:spPr bwMode="auto">
          <a:xfrm>
            <a:off x="7662863" y="1676400"/>
            <a:ext cx="338138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" name="Oval 1032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6781800" y="214630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B</a:t>
            </a:r>
            <a:endParaRPr lang="en-US" sz="2000" dirty="0"/>
          </a:p>
        </p:txBody>
      </p:sp>
      <p:sp>
        <p:nvSpPr>
          <p:cNvPr id="13" name="Oval 1033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64770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D</a:t>
            </a:r>
            <a:endParaRPr lang="en-US" sz="2000" dirty="0"/>
          </a:p>
        </p:txBody>
      </p:sp>
      <p:sp>
        <p:nvSpPr>
          <p:cNvPr id="14" name="Oval 1034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70104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E</a:t>
            </a:r>
            <a:endParaRPr lang="en-US" sz="2000" dirty="0"/>
          </a:p>
        </p:txBody>
      </p:sp>
      <p:cxnSp>
        <p:nvCxnSpPr>
          <p:cNvPr id="15" name="AutoShape 1035"/>
          <p:cNvCxnSpPr>
            <a:cxnSpLocks noChangeShapeType="1"/>
            <a:stCxn id="12" idx="5"/>
            <a:endCxn id="14" idx="0"/>
          </p:cNvCxnSpPr>
          <p:nvPr>
            <p:custDataLst>
              <p:tags r:id="rId9"/>
            </p:custDataLst>
          </p:nvPr>
        </p:nvCxnSpPr>
        <p:spPr bwMode="auto">
          <a:xfrm rot="16200000" flipH="1">
            <a:off x="6996569" y="2684919"/>
            <a:ext cx="417906" cy="669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AutoShape 1036"/>
          <p:cNvCxnSpPr>
            <a:cxnSpLocks noChangeShapeType="1"/>
            <a:stCxn id="12" idx="3"/>
            <a:endCxn id="13" idx="0"/>
          </p:cNvCxnSpPr>
          <p:nvPr>
            <p:custDataLst>
              <p:tags r:id="rId10"/>
            </p:custDataLst>
          </p:nvPr>
        </p:nvCxnSpPr>
        <p:spPr bwMode="auto">
          <a:xfrm flipH="1">
            <a:off x="67056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Oval 1037"/>
          <p:cNvSpPr>
            <a:spLocks noChangeAspect="1" noChangeArrowheads="1"/>
          </p:cNvSpPr>
          <p:nvPr>
            <p:custDataLst>
              <p:tags r:id="rId11"/>
            </p:custDataLst>
          </p:nvPr>
        </p:nvSpPr>
        <p:spPr bwMode="auto">
          <a:xfrm>
            <a:off x="7772400" y="2146300"/>
            <a:ext cx="457200" cy="425450"/>
          </a:xfrm>
          <a:prstGeom prst="ellipse">
            <a:avLst/>
          </a:prstGeom>
          <a:solidFill>
            <a:srgbClr val="3366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18" name="Oval 1033"/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7543800" y="2927350"/>
            <a:ext cx="457200" cy="425450"/>
          </a:xfrm>
          <a:prstGeom prst="ellipse">
            <a:avLst/>
          </a:prstGeom>
          <a:solidFill>
            <a:srgbClr val="C1504D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F</a:t>
            </a:r>
            <a:endParaRPr lang="en-US" sz="2000" dirty="0"/>
          </a:p>
        </p:txBody>
      </p:sp>
      <p:sp>
        <p:nvSpPr>
          <p:cNvPr id="19" name="Oval 1034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81534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G</a:t>
            </a:r>
            <a:endParaRPr lang="en-US" sz="2000" dirty="0"/>
          </a:p>
        </p:txBody>
      </p:sp>
      <p:cxnSp>
        <p:nvCxnSpPr>
          <p:cNvPr id="20" name="AutoShape 1035"/>
          <p:cNvCxnSpPr>
            <a:cxnSpLocks noChangeShapeType="1"/>
            <a:stCxn id="17" idx="5"/>
            <a:endCxn id="19" idx="0"/>
          </p:cNvCxnSpPr>
          <p:nvPr>
            <p:custDataLst>
              <p:tags r:id="rId14"/>
            </p:custDataLst>
          </p:nvPr>
        </p:nvCxnSpPr>
        <p:spPr bwMode="auto">
          <a:xfrm rot="16200000" flipH="1">
            <a:off x="8063369" y="2608719"/>
            <a:ext cx="417906" cy="2193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" name="AutoShape 1036"/>
          <p:cNvCxnSpPr>
            <a:cxnSpLocks noChangeShapeType="1"/>
            <a:endCxn id="18" idx="0"/>
          </p:cNvCxnSpPr>
          <p:nvPr>
            <p:custDataLst>
              <p:tags r:id="rId15"/>
            </p:custDataLst>
          </p:nvPr>
        </p:nvCxnSpPr>
        <p:spPr bwMode="auto">
          <a:xfrm flipH="1">
            <a:off x="77724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" name="Slide Number Placeholder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 smtClean="0"/>
              <a:t>Structures &amp; Algorithms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162800" y="19812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81800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15200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20000" y="10668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512859" y="3878503"/>
            <a:ext cx="6649941" cy="1025813"/>
            <a:chOff x="512859" y="3878503"/>
            <a:chExt cx="6649941" cy="1025813"/>
          </a:xfrm>
        </p:grpSpPr>
        <p:sp>
          <p:nvSpPr>
            <p:cNvPr id="40" name="TextBox 39"/>
            <p:cNvSpPr txBox="1"/>
            <p:nvPr/>
          </p:nvSpPr>
          <p:spPr>
            <a:xfrm>
              <a:off x="685800" y="3886200"/>
              <a:ext cx="6477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    = current node			= processing (on the call stack)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= completed node		= element has been processed</a:t>
              </a:r>
            </a:p>
          </p:txBody>
        </p:sp>
        <p:sp>
          <p:nvSpPr>
            <p:cNvPr id="41" name="Oval 1029"/>
            <p:cNvSpPr>
              <a:spLocks noChangeAspect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12859" y="3880042"/>
              <a:ext cx="457200" cy="425450"/>
            </a:xfrm>
            <a:prstGeom prst="ellipse">
              <a:avLst/>
            </a:prstGeom>
            <a:solidFill>
              <a:srgbClr val="C0504D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2" name="Oval 1029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982047" y="3878503"/>
              <a:ext cx="457200" cy="425450"/>
            </a:xfrm>
            <a:prstGeom prst="ellipse">
              <a:avLst/>
            </a:prstGeom>
            <a:solidFill>
              <a:srgbClr val="3366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3" name="Oval 1029"/>
            <p:cNvSpPr>
              <a:spLocks noChangeAspect="1"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19016" y="4478866"/>
              <a:ext cx="457200" cy="42545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200400" y="4495800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Zapf Dingbats"/>
                  <a:ea typeface="Zapf Dingbats"/>
                  <a:cs typeface="Zapf Dingbats"/>
                </a:rPr>
                <a:t>✓</a:t>
              </a:r>
              <a:endParaRPr lang="en-US" sz="2000" b="0" dirty="0" smtClean="0">
                <a:latin typeface="+mn-lt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049237" y="5627817"/>
            <a:ext cx="1082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 B E A  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46697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r>
              <a:rPr lang="en-US" dirty="0" smtClean="0"/>
              <a:t>More on  traversals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95400"/>
            <a:ext cx="4953000" cy="2286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void </a:t>
            </a:r>
            <a:r>
              <a:rPr lang="en-US" sz="2000" dirty="0" err="1" smtClean="0">
                <a:solidFill>
                  <a:srgbClr val="119F33"/>
                </a:solidFill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(Node </a:t>
            </a:r>
            <a:r>
              <a:rPr lang="en-US" sz="2000" dirty="0" smtClean="0">
                <a:solidFill>
                  <a:srgbClr val="119F33"/>
                </a:solidFill>
                <a:latin typeface="Courier New" pitchFamily="49" charset="0"/>
              </a:rPr>
              <a:t>t</a:t>
            </a:r>
            <a:r>
              <a:rPr lang="en-US" sz="2000" dirty="0" smtClean="0">
                <a:latin typeface="Courier New" pitchFamily="49" charset="0"/>
              </a:rPr>
              <a:t>){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en-US" sz="2000" dirty="0" smtClean="0">
                <a:latin typeface="Courier New" pitchFamily="49" charset="0"/>
              </a:rPr>
              <a:t>(t !=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null</a:t>
            </a:r>
            <a:r>
              <a:rPr lang="en-US" sz="2000" dirty="0" smtClean="0">
                <a:latin typeface="Courier New" pitchFamily="49" charset="0"/>
              </a:rPr>
              <a:t>) 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t.left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process(</a:t>
            </a:r>
            <a:r>
              <a:rPr lang="en-US" sz="2000" dirty="0" err="1" smtClean="0">
                <a:latin typeface="Courier New" pitchFamily="49" charset="0"/>
              </a:rPr>
              <a:t>t.element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t.right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}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}</a:t>
            </a:r>
          </a:p>
        </p:txBody>
      </p:sp>
      <p:sp>
        <p:nvSpPr>
          <p:cNvPr id="9" name="Oval 1029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272338" y="1295400"/>
            <a:ext cx="457200" cy="425450"/>
          </a:xfrm>
          <a:prstGeom prst="ellipse">
            <a:avLst/>
          </a:prstGeom>
          <a:solidFill>
            <a:srgbClr val="3366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A</a:t>
            </a:r>
            <a:endParaRPr lang="en-US" sz="2000" dirty="0"/>
          </a:p>
        </p:txBody>
      </p:sp>
      <p:cxnSp>
        <p:nvCxnSpPr>
          <p:cNvPr id="10" name="AutoShape 1030"/>
          <p:cNvCxnSpPr>
            <a:cxnSpLocks noChangeShapeType="1"/>
            <a:stCxn id="9" idx="3"/>
            <a:endCxn id="12" idx="0"/>
          </p:cNvCxnSpPr>
          <p:nvPr>
            <p:custDataLst>
              <p:tags r:id="rId4"/>
            </p:custDataLst>
          </p:nvPr>
        </p:nvCxnSpPr>
        <p:spPr bwMode="auto">
          <a:xfrm flipH="1">
            <a:off x="7010400" y="1676400"/>
            <a:ext cx="328613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" name="AutoShape 1031"/>
          <p:cNvCxnSpPr>
            <a:cxnSpLocks noChangeShapeType="1"/>
            <a:stCxn id="9" idx="5"/>
            <a:endCxn id="17" idx="0"/>
          </p:cNvCxnSpPr>
          <p:nvPr>
            <p:custDataLst>
              <p:tags r:id="rId5"/>
            </p:custDataLst>
          </p:nvPr>
        </p:nvCxnSpPr>
        <p:spPr bwMode="auto">
          <a:xfrm>
            <a:off x="7662863" y="1676400"/>
            <a:ext cx="338138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" name="Oval 1032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6781800" y="214630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B</a:t>
            </a:r>
            <a:endParaRPr lang="en-US" sz="2000" dirty="0"/>
          </a:p>
        </p:txBody>
      </p:sp>
      <p:sp>
        <p:nvSpPr>
          <p:cNvPr id="13" name="Oval 1033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64770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D</a:t>
            </a:r>
            <a:endParaRPr lang="en-US" sz="2000" dirty="0"/>
          </a:p>
        </p:txBody>
      </p:sp>
      <p:sp>
        <p:nvSpPr>
          <p:cNvPr id="14" name="Oval 1034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70104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E</a:t>
            </a:r>
            <a:endParaRPr lang="en-US" sz="2000" dirty="0"/>
          </a:p>
        </p:txBody>
      </p:sp>
      <p:cxnSp>
        <p:nvCxnSpPr>
          <p:cNvPr id="15" name="AutoShape 1035"/>
          <p:cNvCxnSpPr>
            <a:cxnSpLocks noChangeShapeType="1"/>
            <a:stCxn id="12" idx="5"/>
            <a:endCxn id="14" idx="0"/>
          </p:cNvCxnSpPr>
          <p:nvPr>
            <p:custDataLst>
              <p:tags r:id="rId9"/>
            </p:custDataLst>
          </p:nvPr>
        </p:nvCxnSpPr>
        <p:spPr bwMode="auto">
          <a:xfrm rot="16200000" flipH="1">
            <a:off x="6996569" y="2684919"/>
            <a:ext cx="417906" cy="669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AutoShape 1036"/>
          <p:cNvCxnSpPr>
            <a:cxnSpLocks noChangeShapeType="1"/>
            <a:stCxn id="12" idx="3"/>
            <a:endCxn id="13" idx="0"/>
          </p:cNvCxnSpPr>
          <p:nvPr>
            <p:custDataLst>
              <p:tags r:id="rId10"/>
            </p:custDataLst>
          </p:nvPr>
        </p:nvCxnSpPr>
        <p:spPr bwMode="auto">
          <a:xfrm flipH="1">
            <a:off x="67056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Oval 1037"/>
          <p:cNvSpPr>
            <a:spLocks noChangeAspect="1" noChangeArrowheads="1"/>
          </p:cNvSpPr>
          <p:nvPr>
            <p:custDataLst>
              <p:tags r:id="rId11"/>
            </p:custDataLst>
          </p:nvPr>
        </p:nvSpPr>
        <p:spPr bwMode="auto">
          <a:xfrm>
            <a:off x="7772400" y="2146300"/>
            <a:ext cx="457200" cy="425450"/>
          </a:xfrm>
          <a:prstGeom prst="ellipse">
            <a:avLst/>
          </a:prstGeom>
          <a:solidFill>
            <a:srgbClr val="3366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18" name="Oval 1033"/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75438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F</a:t>
            </a:r>
            <a:endParaRPr lang="en-US" sz="2000" dirty="0"/>
          </a:p>
        </p:txBody>
      </p:sp>
      <p:sp>
        <p:nvSpPr>
          <p:cNvPr id="19" name="Oval 1034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8153400" y="2927350"/>
            <a:ext cx="457200" cy="425450"/>
          </a:xfrm>
          <a:prstGeom prst="ellipse">
            <a:avLst/>
          </a:prstGeom>
          <a:solidFill>
            <a:srgbClr val="C1504D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G</a:t>
            </a:r>
            <a:endParaRPr lang="en-US" sz="2000" dirty="0"/>
          </a:p>
        </p:txBody>
      </p:sp>
      <p:cxnSp>
        <p:nvCxnSpPr>
          <p:cNvPr id="20" name="AutoShape 1035"/>
          <p:cNvCxnSpPr>
            <a:cxnSpLocks noChangeShapeType="1"/>
            <a:stCxn id="17" idx="5"/>
            <a:endCxn id="19" idx="0"/>
          </p:cNvCxnSpPr>
          <p:nvPr>
            <p:custDataLst>
              <p:tags r:id="rId14"/>
            </p:custDataLst>
          </p:nvPr>
        </p:nvCxnSpPr>
        <p:spPr bwMode="auto">
          <a:xfrm rot="16200000" flipH="1">
            <a:off x="8063369" y="2608719"/>
            <a:ext cx="417906" cy="2193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" name="AutoShape 1036"/>
          <p:cNvCxnSpPr>
            <a:cxnSpLocks noChangeShapeType="1"/>
            <a:endCxn id="18" idx="0"/>
          </p:cNvCxnSpPr>
          <p:nvPr>
            <p:custDataLst>
              <p:tags r:id="rId15"/>
            </p:custDataLst>
          </p:nvPr>
        </p:nvCxnSpPr>
        <p:spPr bwMode="auto">
          <a:xfrm flipH="1">
            <a:off x="77724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" name="Slide Number Placeholder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 smtClean="0"/>
              <a:t>Structures &amp; Algorithms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162800" y="19812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81800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15200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20000" y="10668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153400" y="196209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88624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512859" y="3878503"/>
            <a:ext cx="6649941" cy="1025813"/>
            <a:chOff x="512859" y="3878503"/>
            <a:chExt cx="6649941" cy="1025813"/>
          </a:xfrm>
        </p:grpSpPr>
        <p:sp>
          <p:nvSpPr>
            <p:cNvPr id="42" name="TextBox 41"/>
            <p:cNvSpPr txBox="1"/>
            <p:nvPr/>
          </p:nvSpPr>
          <p:spPr>
            <a:xfrm>
              <a:off x="685800" y="3886200"/>
              <a:ext cx="6477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    = current node			= processing (on the call stack)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= completed node		= element has been processed</a:t>
              </a:r>
            </a:p>
          </p:txBody>
        </p:sp>
        <p:sp>
          <p:nvSpPr>
            <p:cNvPr id="43" name="Oval 1029"/>
            <p:cNvSpPr>
              <a:spLocks noChangeAspect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12859" y="3880042"/>
              <a:ext cx="457200" cy="425450"/>
            </a:xfrm>
            <a:prstGeom prst="ellipse">
              <a:avLst/>
            </a:prstGeom>
            <a:solidFill>
              <a:srgbClr val="C0504D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4" name="Oval 1029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982047" y="3878503"/>
              <a:ext cx="457200" cy="425450"/>
            </a:xfrm>
            <a:prstGeom prst="ellipse">
              <a:avLst/>
            </a:prstGeom>
            <a:solidFill>
              <a:srgbClr val="3366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5" name="Oval 1029"/>
            <p:cNvSpPr>
              <a:spLocks noChangeAspect="1"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19016" y="4478866"/>
              <a:ext cx="457200" cy="42545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200400" y="4495800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Zapf Dingbats"/>
                  <a:ea typeface="Zapf Dingbats"/>
                  <a:cs typeface="Zapf Dingbats"/>
                </a:rPr>
                <a:t>✓</a:t>
              </a:r>
              <a:endParaRPr lang="en-US" sz="2000" b="0" dirty="0" smtClean="0">
                <a:latin typeface="+mn-lt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2049237" y="5627817"/>
            <a:ext cx="1523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 B E A F C  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2080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r>
              <a:rPr lang="en-US" dirty="0" smtClean="0"/>
              <a:t>More on  traversals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95400"/>
            <a:ext cx="4953000" cy="2286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void </a:t>
            </a:r>
            <a:r>
              <a:rPr lang="en-US" sz="2000" dirty="0" err="1" smtClean="0">
                <a:solidFill>
                  <a:srgbClr val="119F33"/>
                </a:solidFill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(Node </a:t>
            </a:r>
            <a:r>
              <a:rPr lang="en-US" sz="2000" dirty="0" smtClean="0">
                <a:solidFill>
                  <a:srgbClr val="119F33"/>
                </a:solidFill>
                <a:latin typeface="Courier New" pitchFamily="49" charset="0"/>
              </a:rPr>
              <a:t>t</a:t>
            </a:r>
            <a:r>
              <a:rPr lang="en-US" sz="2000" dirty="0" smtClean="0">
                <a:latin typeface="Courier New" pitchFamily="49" charset="0"/>
              </a:rPr>
              <a:t>){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en-US" sz="2000" dirty="0" smtClean="0">
                <a:latin typeface="Courier New" pitchFamily="49" charset="0"/>
              </a:rPr>
              <a:t>(t != </a:t>
            </a:r>
            <a:r>
              <a:rPr lang="en-US" sz="2000" dirty="0" smtClean="0">
                <a:solidFill>
                  <a:schemeClr val="accent2"/>
                </a:solidFill>
                <a:latin typeface="Courier New" pitchFamily="49" charset="0"/>
              </a:rPr>
              <a:t>null</a:t>
            </a:r>
            <a:r>
              <a:rPr lang="en-US" sz="2000" dirty="0" smtClean="0">
                <a:latin typeface="Courier New" pitchFamily="49" charset="0"/>
              </a:rPr>
              <a:t>) {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t.left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process(</a:t>
            </a:r>
            <a:r>
              <a:rPr lang="en-US" sz="2000" dirty="0" err="1" smtClean="0">
                <a:latin typeface="Courier New" pitchFamily="49" charset="0"/>
              </a:rPr>
              <a:t>t.element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</a:rPr>
              <a:t>inOrderTraversal</a:t>
            </a:r>
            <a:r>
              <a:rPr lang="en-US" sz="2000" dirty="0" smtClean="0">
                <a:latin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</a:rPr>
              <a:t>t.right</a:t>
            </a:r>
            <a:r>
              <a:rPr lang="en-US" sz="2000" dirty="0" smtClean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  }</a:t>
            </a:r>
          </a:p>
          <a:p>
            <a:pPr>
              <a:buFontTx/>
              <a:buNone/>
            </a:pPr>
            <a:r>
              <a:rPr lang="en-US" sz="2000" dirty="0" smtClean="0">
                <a:latin typeface="Courier New" pitchFamily="49" charset="0"/>
              </a:rPr>
              <a:t>}</a:t>
            </a:r>
          </a:p>
        </p:txBody>
      </p:sp>
      <p:sp>
        <p:nvSpPr>
          <p:cNvPr id="9" name="Oval 1029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272338" y="129540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A</a:t>
            </a:r>
            <a:endParaRPr lang="en-US" sz="2000" dirty="0"/>
          </a:p>
        </p:txBody>
      </p:sp>
      <p:cxnSp>
        <p:nvCxnSpPr>
          <p:cNvPr id="10" name="AutoShape 1030"/>
          <p:cNvCxnSpPr>
            <a:cxnSpLocks noChangeShapeType="1"/>
            <a:stCxn id="9" idx="3"/>
            <a:endCxn id="12" idx="0"/>
          </p:cNvCxnSpPr>
          <p:nvPr>
            <p:custDataLst>
              <p:tags r:id="rId4"/>
            </p:custDataLst>
          </p:nvPr>
        </p:nvCxnSpPr>
        <p:spPr bwMode="auto">
          <a:xfrm flipH="1">
            <a:off x="7010400" y="1676400"/>
            <a:ext cx="328613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" name="AutoShape 1031"/>
          <p:cNvCxnSpPr>
            <a:cxnSpLocks noChangeShapeType="1"/>
            <a:stCxn id="9" idx="5"/>
            <a:endCxn id="17" idx="0"/>
          </p:cNvCxnSpPr>
          <p:nvPr>
            <p:custDataLst>
              <p:tags r:id="rId5"/>
            </p:custDataLst>
          </p:nvPr>
        </p:nvCxnSpPr>
        <p:spPr bwMode="auto">
          <a:xfrm>
            <a:off x="7662863" y="1676400"/>
            <a:ext cx="338138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" name="Oval 1032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6781800" y="214630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B</a:t>
            </a:r>
            <a:endParaRPr lang="en-US" sz="2000" dirty="0"/>
          </a:p>
        </p:txBody>
      </p:sp>
      <p:sp>
        <p:nvSpPr>
          <p:cNvPr id="13" name="Oval 1033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64770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D</a:t>
            </a:r>
            <a:endParaRPr lang="en-US" sz="2000" dirty="0"/>
          </a:p>
        </p:txBody>
      </p:sp>
      <p:sp>
        <p:nvSpPr>
          <p:cNvPr id="14" name="Oval 1034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70104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E</a:t>
            </a:r>
            <a:endParaRPr lang="en-US" sz="2000" dirty="0"/>
          </a:p>
        </p:txBody>
      </p:sp>
      <p:cxnSp>
        <p:nvCxnSpPr>
          <p:cNvPr id="15" name="AutoShape 1035"/>
          <p:cNvCxnSpPr>
            <a:cxnSpLocks noChangeShapeType="1"/>
            <a:stCxn id="12" idx="5"/>
            <a:endCxn id="14" idx="0"/>
          </p:cNvCxnSpPr>
          <p:nvPr>
            <p:custDataLst>
              <p:tags r:id="rId9"/>
            </p:custDataLst>
          </p:nvPr>
        </p:nvCxnSpPr>
        <p:spPr bwMode="auto">
          <a:xfrm rot="16200000" flipH="1">
            <a:off x="6996569" y="2684919"/>
            <a:ext cx="417906" cy="669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AutoShape 1036"/>
          <p:cNvCxnSpPr>
            <a:cxnSpLocks noChangeShapeType="1"/>
            <a:stCxn id="12" idx="3"/>
            <a:endCxn id="13" idx="0"/>
          </p:cNvCxnSpPr>
          <p:nvPr>
            <p:custDataLst>
              <p:tags r:id="rId10"/>
            </p:custDataLst>
          </p:nvPr>
        </p:nvCxnSpPr>
        <p:spPr bwMode="auto">
          <a:xfrm flipH="1">
            <a:off x="67056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Oval 1037"/>
          <p:cNvSpPr>
            <a:spLocks noChangeAspect="1" noChangeArrowheads="1"/>
          </p:cNvSpPr>
          <p:nvPr>
            <p:custDataLst>
              <p:tags r:id="rId11"/>
            </p:custDataLst>
          </p:nvPr>
        </p:nvSpPr>
        <p:spPr bwMode="auto">
          <a:xfrm>
            <a:off x="7772400" y="214630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18" name="Oval 1033"/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75438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F</a:t>
            </a:r>
            <a:endParaRPr lang="en-US" sz="2000" dirty="0"/>
          </a:p>
        </p:txBody>
      </p:sp>
      <p:sp>
        <p:nvSpPr>
          <p:cNvPr id="19" name="Oval 1034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81534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 smtClean="0"/>
              <a:t>G</a:t>
            </a:r>
            <a:endParaRPr lang="en-US" sz="2000" dirty="0"/>
          </a:p>
        </p:txBody>
      </p:sp>
      <p:cxnSp>
        <p:nvCxnSpPr>
          <p:cNvPr id="20" name="AutoShape 1035"/>
          <p:cNvCxnSpPr>
            <a:cxnSpLocks noChangeShapeType="1"/>
            <a:stCxn id="17" idx="5"/>
            <a:endCxn id="19" idx="0"/>
          </p:cNvCxnSpPr>
          <p:nvPr>
            <p:custDataLst>
              <p:tags r:id="rId14"/>
            </p:custDataLst>
          </p:nvPr>
        </p:nvCxnSpPr>
        <p:spPr bwMode="auto">
          <a:xfrm rot="16200000" flipH="1">
            <a:off x="8063369" y="2608719"/>
            <a:ext cx="417906" cy="2193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" name="AutoShape 1036"/>
          <p:cNvCxnSpPr>
            <a:cxnSpLocks noChangeShapeType="1"/>
            <a:endCxn id="18" idx="0"/>
          </p:cNvCxnSpPr>
          <p:nvPr>
            <p:custDataLst>
              <p:tags r:id="rId15"/>
            </p:custDataLst>
          </p:nvPr>
        </p:nvCxnSpPr>
        <p:spPr bwMode="auto">
          <a:xfrm flipH="1">
            <a:off x="77724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" name="Slide Number Placeholder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 smtClean="0"/>
              <a:t>Structures &amp; Algorithms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162800" y="19812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81800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15200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20000" y="10668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153400" y="196209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88624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458200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Zapf Dingbats"/>
                <a:ea typeface="Zapf Dingbats"/>
                <a:cs typeface="Zapf Dingbats"/>
              </a:rPr>
              <a:t>✓</a:t>
            </a:r>
            <a:endParaRPr lang="en-US" sz="2000" b="0" dirty="0" smtClean="0">
              <a:latin typeface="+mn-lt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512859" y="3878503"/>
            <a:ext cx="6649941" cy="1025813"/>
            <a:chOff x="512859" y="3878503"/>
            <a:chExt cx="6649941" cy="1025813"/>
          </a:xfrm>
        </p:grpSpPr>
        <p:sp>
          <p:nvSpPr>
            <p:cNvPr id="43" name="TextBox 42"/>
            <p:cNvSpPr txBox="1"/>
            <p:nvPr/>
          </p:nvSpPr>
          <p:spPr>
            <a:xfrm>
              <a:off x="685800" y="3886200"/>
              <a:ext cx="6477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 smtClean="0">
                  <a:latin typeface="+mn-lt"/>
                </a:rPr>
                <a:t>    = current node			= processing (on the call stack)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</a:t>
              </a:r>
            </a:p>
            <a:p>
              <a:r>
                <a:rPr lang="en-US" sz="2000" b="0" dirty="0">
                  <a:latin typeface="+mn-lt"/>
                </a:rPr>
                <a:t> </a:t>
              </a:r>
              <a:r>
                <a:rPr lang="en-US" sz="2000" b="0" dirty="0" smtClean="0">
                  <a:latin typeface="+mn-lt"/>
                </a:rPr>
                <a:t>   = completed node		= element has been processed</a:t>
              </a:r>
            </a:p>
          </p:txBody>
        </p:sp>
        <p:sp>
          <p:nvSpPr>
            <p:cNvPr id="44" name="Oval 1029"/>
            <p:cNvSpPr>
              <a:spLocks noChangeAspect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12859" y="3880042"/>
              <a:ext cx="457200" cy="425450"/>
            </a:xfrm>
            <a:prstGeom prst="ellipse">
              <a:avLst/>
            </a:prstGeom>
            <a:solidFill>
              <a:srgbClr val="C0504D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5" name="Oval 1029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982047" y="3878503"/>
              <a:ext cx="457200" cy="425450"/>
            </a:xfrm>
            <a:prstGeom prst="ellipse">
              <a:avLst/>
            </a:prstGeom>
            <a:solidFill>
              <a:srgbClr val="3366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6" name="Oval 1029"/>
            <p:cNvSpPr>
              <a:spLocks noChangeAspect="1"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19016" y="4478866"/>
              <a:ext cx="457200" cy="42545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200400" y="4495800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Zapf Dingbats"/>
                  <a:ea typeface="Zapf Dingbats"/>
                  <a:cs typeface="Zapf Dingbats"/>
                </a:rPr>
                <a:t>✓</a:t>
              </a:r>
              <a:endParaRPr lang="en-US" sz="2000" b="0" dirty="0" smtClean="0">
                <a:latin typeface="+mn-lt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049237" y="5627817"/>
            <a:ext cx="1786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 B E A F C G  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536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r>
              <a:rPr lang="en-US" dirty="0" smtClean="0"/>
              <a:t>More on  traversals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95400"/>
            <a:ext cx="4953000" cy="2286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void </a:t>
            </a:r>
            <a:r>
              <a:rPr lang="en-US" sz="2000" b="1" dirty="0" err="1">
                <a:solidFill>
                  <a:srgbClr val="119F33"/>
                </a:solidFill>
                <a:latin typeface="Courier New" pitchFamily="49" charset="0"/>
              </a:rPr>
              <a:t>inOrderTraversal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(Node </a:t>
            </a:r>
            <a:r>
              <a:rPr lang="en-US" sz="2000" b="1" dirty="0">
                <a:solidFill>
                  <a:srgbClr val="119F33"/>
                </a:solidFill>
                <a:latin typeface="Courier New" pitchFamily="49" charset="0"/>
              </a:rPr>
              <a:t>t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){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if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(t != </a:t>
            </a: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null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 {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inOrderTraversal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(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t.left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 process(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t.element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inOrderTraversal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(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t.right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}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6" name="Rectangle 102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399" y="3733800"/>
            <a:ext cx="5513293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defTabSz="9144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kern="0" dirty="0">
                <a:solidFill>
                  <a:srgbClr val="000000"/>
                </a:solidFill>
                <a:latin typeface="Arial"/>
              </a:rPr>
              <a:t>Sometimes order doesn’t matter</a:t>
            </a:r>
          </a:p>
          <a:p>
            <a:pPr marL="800100" lvl="1" indent="-342900" defTabSz="91440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000" kern="0" dirty="0">
                <a:solidFill>
                  <a:srgbClr val="000000"/>
                </a:solidFill>
                <a:latin typeface="Arial"/>
              </a:rPr>
              <a:t>Example: sum all elements</a:t>
            </a:r>
          </a:p>
          <a:p>
            <a:pPr marL="342900" indent="-342900" defTabSz="914400" fontAlgn="base">
              <a:spcBef>
                <a:spcPct val="20000"/>
              </a:spcBef>
              <a:spcAft>
                <a:spcPct val="0"/>
              </a:spcAft>
            </a:pPr>
            <a:r>
              <a:rPr lang="en-US" sz="2000" kern="0" dirty="0">
                <a:solidFill>
                  <a:srgbClr val="000000"/>
                </a:solidFill>
                <a:latin typeface="Arial"/>
              </a:rPr>
              <a:t>Sometimes order matters</a:t>
            </a:r>
          </a:p>
          <a:p>
            <a:pPr marL="800100" lvl="1" indent="-342900" defTabSz="91440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000" kern="0" dirty="0" smtClean="0">
                <a:solidFill>
                  <a:srgbClr val="000000"/>
                </a:solidFill>
                <a:latin typeface="Arial"/>
              </a:rPr>
              <a:t>Example</a:t>
            </a:r>
            <a:r>
              <a:rPr lang="en-US" sz="2000" kern="0" dirty="0">
                <a:solidFill>
                  <a:srgbClr val="000000"/>
                </a:solidFill>
                <a:latin typeface="Arial"/>
              </a:rPr>
              <a:t>: evaluate an expression </a:t>
            </a:r>
            <a:r>
              <a:rPr lang="en-US" sz="2000" kern="0" dirty="0" smtClean="0">
                <a:solidFill>
                  <a:srgbClr val="000000"/>
                </a:solidFill>
                <a:latin typeface="Arial"/>
              </a:rPr>
              <a:t>tree</a:t>
            </a:r>
            <a:endParaRPr lang="en-US" sz="20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Oval 1029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7272338" y="129540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</a:p>
        </p:txBody>
      </p:sp>
      <p:cxnSp>
        <p:nvCxnSpPr>
          <p:cNvPr id="10" name="AutoShape 1030"/>
          <p:cNvCxnSpPr>
            <a:cxnSpLocks noChangeShapeType="1"/>
            <a:stCxn id="9" idx="3"/>
            <a:endCxn id="12" idx="0"/>
          </p:cNvCxnSpPr>
          <p:nvPr>
            <p:custDataLst>
              <p:tags r:id="rId5"/>
            </p:custDataLst>
          </p:nvPr>
        </p:nvCxnSpPr>
        <p:spPr bwMode="auto">
          <a:xfrm flipH="1">
            <a:off x="7010400" y="1676400"/>
            <a:ext cx="328613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" name="AutoShape 1031"/>
          <p:cNvCxnSpPr>
            <a:cxnSpLocks noChangeShapeType="1"/>
            <a:stCxn id="9" idx="5"/>
            <a:endCxn id="17" idx="0"/>
          </p:cNvCxnSpPr>
          <p:nvPr>
            <p:custDataLst>
              <p:tags r:id="rId6"/>
            </p:custDataLst>
          </p:nvPr>
        </p:nvCxnSpPr>
        <p:spPr bwMode="auto">
          <a:xfrm>
            <a:off x="7662863" y="1676400"/>
            <a:ext cx="338138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" name="Oval 1032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6781800" y="214630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3" name="Oval 1033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64770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4" name="Oval 1034"/>
          <p:cNvSpPr>
            <a:spLocks noChangeAspect="1" noChangeArrowheads="1"/>
          </p:cNvSpPr>
          <p:nvPr>
            <p:custDataLst>
              <p:tags r:id="rId9"/>
            </p:custDataLst>
          </p:nvPr>
        </p:nvSpPr>
        <p:spPr bwMode="auto">
          <a:xfrm>
            <a:off x="70104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</a:p>
        </p:txBody>
      </p:sp>
      <p:cxnSp>
        <p:nvCxnSpPr>
          <p:cNvPr id="15" name="AutoShape 1035"/>
          <p:cNvCxnSpPr>
            <a:cxnSpLocks noChangeShapeType="1"/>
            <a:stCxn id="12" idx="5"/>
            <a:endCxn id="14" idx="0"/>
          </p:cNvCxnSpPr>
          <p:nvPr>
            <p:custDataLst>
              <p:tags r:id="rId10"/>
            </p:custDataLst>
          </p:nvPr>
        </p:nvCxnSpPr>
        <p:spPr bwMode="auto">
          <a:xfrm rot="16200000" flipH="1">
            <a:off x="6996569" y="2684919"/>
            <a:ext cx="417906" cy="669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AutoShape 1036"/>
          <p:cNvCxnSpPr>
            <a:cxnSpLocks noChangeShapeType="1"/>
            <a:stCxn id="12" idx="3"/>
            <a:endCxn id="13" idx="0"/>
          </p:cNvCxnSpPr>
          <p:nvPr>
            <p:custDataLst>
              <p:tags r:id="rId11"/>
            </p:custDataLst>
          </p:nvPr>
        </p:nvCxnSpPr>
        <p:spPr bwMode="auto">
          <a:xfrm flipH="1">
            <a:off x="67056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Oval 1037"/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7772400" y="214630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8" name="Oval 1033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75438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9" name="Oval 1034"/>
          <p:cNvSpPr>
            <a:spLocks noChangeAspect="1" noChangeArrowheads="1"/>
          </p:cNvSpPr>
          <p:nvPr>
            <p:custDataLst>
              <p:tags r:id="rId14"/>
            </p:custDataLst>
          </p:nvPr>
        </p:nvSpPr>
        <p:spPr bwMode="auto">
          <a:xfrm>
            <a:off x="8153400" y="2927350"/>
            <a:ext cx="457200" cy="425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G</a:t>
            </a:r>
          </a:p>
        </p:txBody>
      </p:sp>
      <p:cxnSp>
        <p:nvCxnSpPr>
          <p:cNvPr id="20" name="AutoShape 1035"/>
          <p:cNvCxnSpPr>
            <a:cxnSpLocks noChangeShapeType="1"/>
            <a:stCxn id="17" idx="5"/>
            <a:endCxn id="19" idx="0"/>
          </p:cNvCxnSpPr>
          <p:nvPr>
            <p:custDataLst>
              <p:tags r:id="rId15"/>
            </p:custDataLst>
          </p:nvPr>
        </p:nvCxnSpPr>
        <p:spPr bwMode="auto">
          <a:xfrm rot="16200000" flipH="1">
            <a:off x="8063369" y="2608719"/>
            <a:ext cx="417906" cy="2193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" name="AutoShape 1036"/>
          <p:cNvCxnSpPr>
            <a:cxnSpLocks noChangeShapeType="1"/>
            <a:endCxn id="18" idx="0"/>
          </p:cNvCxnSpPr>
          <p:nvPr>
            <p:custDataLst>
              <p:tags r:id="rId16"/>
            </p:custDataLst>
          </p:nvPr>
        </p:nvCxnSpPr>
        <p:spPr bwMode="auto">
          <a:xfrm flipH="1">
            <a:off x="77724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" name="Slide Number Placeholder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2" name="Oval 1029"/>
          <p:cNvSpPr>
            <a:spLocks noChangeAspect="1" noChangeArrowheads="1"/>
          </p:cNvSpPr>
          <p:nvPr>
            <p:custDataLst>
              <p:tags r:id="rId17"/>
            </p:custDataLst>
          </p:nvPr>
        </p:nvSpPr>
        <p:spPr bwMode="auto">
          <a:xfrm>
            <a:off x="7272338" y="129540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</a:p>
        </p:txBody>
      </p:sp>
      <p:cxnSp>
        <p:nvCxnSpPr>
          <p:cNvPr id="26" name="AutoShape 1030"/>
          <p:cNvCxnSpPr>
            <a:cxnSpLocks noChangeShapeType="1"/>
            <a:stCxn id="22" idx="3"/>
            <a:endCxn id="28" idx="0"/>
          </p:cNvCxnSpPr>
          <p:nvPr>
            <p:custDataLst>
              <p:tags r:id="rId18"/>
            </p:custDataLst>
          </p:nvPr>
        </p:nvCxnSpPr>
        <p:spPr bwMode="auto">
          <a:xfrm flipH="1">
            <a:off x="7010400" y="1676400"/>
            <a:ext cx="328613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7" name="AutoShape 1031"/>
          <p:cNvCxnSpPr>
            <a:cxnSpLocks noChangeShapeType="1"/>
            <a:stCxn id="22" idx="5"/>
            <a:endCxn id="33" idx="0"/>
          </p:cNvCxnSpPr>
          <p:nvPr>
            <p:custDataLst>
              <p:tags r:id="rId19"/>
            </p:custDataLst>
          </p:nvPr>
        </p:nvCxnSpPr>
        <p:spPr bwMode="auto">
          <a:xfrm>
            <a:off x="7662863" y="1676400"/>
            <a:ext cx="338138" cy="452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8" name="Oval 1032"/>
          <p:cNvSpPr>
            <a:spLocks noChangeAspect="1" noChangeArrowheads="1"/>
          </p:cNvSpPr>
          <p:nvPr>
            <p:custDataLst>
              <p:tags r:id="rId20"/>
            </p:custDataLst>
          </p:nvPr>
        </p:nvSpPr>
        <p:spPr bwMode="auto">
          <a:xfrm>
            <a:off x="6781800" y="214630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29" name="Oval 1033"/>
          <p:cNvSpPr>
            <a:spLocks noChangeAspect="1" noChangeArrowheads="1"/>
          </p:cNvSpPr>
          <p:nvPr>
            <p:custDataLst>
              <p:tags r:id="rId21"/>
            </p:custDataLst>
          </p:nvPr>
        </p:nvSpPr>
        <p:spPr bwMode="auto">
          <a:xfrm>
            <a:off x="64770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30" name="Oval 1034"/>
          <p:cNvSpPr>
            <a:spLocks noChangeAspect="1" noChangeArrowheads="1"/>
          </p:cNvSpPr>
          <p:nvPr>
            <p:custDataLst>
              <p:tags r:id="rId22"/>
            </p:custDataLst>
          </p:nvPr>
        </p:nvSpPr>
        <p:spPr bwMode="auto">
          <a:xfrm>
            <a:off x="70104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</a:p>
        </p:txBody>
      </p:sp>
      <p:cxnSp>
        <p:nvCxnSpPr>
          <p:cNvPr id="31" name="AutoShape 1035"/>
          <p:cNvCxnSpPr>
            <a:cxnSpLocks noChangeShapeType="1"/>
            <a:stCxn id="28" idx="5"/>
            <a:endCxn id="30" idx="0"/>
          </p:cNvCxnSpPr>
          <p:nvPr>
            <p:custDataLst>
              <p:tags r:id="rId23"/>
            </p:custDataLst>
          </p:nvPr>
        </p:nvCxnSpPr>
        <p:spPr bwMode="auto">
          <a:xfrm rot="16200000" flipH="1">
            <a:off x="6996569" y="2684919"/>
            <a:ext cx="417906" cy="669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2" name="AutoShape 1036"/>
          <p:cNvCxnSpPr>
            <a:cxnSpLocks noChangeShapeType="1"/>
            <a:stCxn id="28" idx="3"/>
            <a:endCxn id="29" idx="0"/>
          </p:cNvCxnSpPr>
          <p:nvPr>
            <p:custDataLst>
              <p:tags r:id="rId24"/>
            </p:custDataLst>
          </p:nvPr>
        </p:nvCxnSpPr>
        <p:spPr bwMode="auto">
          <a:xfrm flipH="1">
            <a:off x="67056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3" name="Oval 1037"/>
          <p:cNvSpPr>
            <a:spLocks noChangeAspect="1" noChangeArrowheads="1"/>
          </p:cNvSpPr>
          <p:nvPr>
            <p:custDataLst>
              <p:tags r:id="rId25"/>
            </p:custDataLst>
          </p:nvPr>
        </p:nvSpPr>
        <p:spPr bwMode="auto">
          <a:xfrm>
            <a:off x="7772400" y="214630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34" name="Oval 1033"/>
          <p:cNvSpPr>
            <a:spLocks noChangeAspect="1" noChangeArrowheads="1"/>
          </p:cNvSpPr>
          <p:nvPr>
            <p:custDataLst>
              <p:tags r:id="rId26"/>
            </p:custDataLst>
          </p:nvPr>
        </p:nvSpPr>
        <p:spPr bwMode="auto">
          <a:xfrm>
            <a:off x="75438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35" name="Oval 1034"/>
          <p:cNvSpPr>
            <a:spLocks noChangeAspect="1" noChangeArrowheads="1"/>
          </p:cNvSpPr>
          <p:nvPr>
            <p:custDataLst>
              <p:tags r:id="rId27"/>
            </p:custDataLst>
          </p:nvPr>
        </p:nvSpPr>
        <p:spPr bwMode="auto">
          <a:xfrm>
            <a:off x="8153400" y="2927350"/>
            <a:ext cx="457200" cy="42545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G</a:t>
            </a:r>
          </a:p>
        </p:txBody>
      </p:sp>
      <p:cxnSp>
        <p:nvCxnSpPr>
          <p:cNvPr id="36" name="AutoShape 1035"/>
          <p:cNvCxnSpPr>
            <a:cxnSpLocks noChangeShapeType="1"/>
            <a:stCxn id="33" idx="5"/>
            <a:endCxn id="35" idx="0"/>
          </p:cNvCxnSpPr>
          <p:nvPr>
            <p:custDataLst>
              <p:tags r:id="rId28"/>
            </p:custDataLst>
          </p:nvPr>
        </p:nvCxnSpPr>
        <p:spPr bwMode="auto">
          <a:xfrm rot="16200000" flipH="1">
            <a:off x="8063369" y="2608719"/>
            <a:ext cx="417906" cy="2193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7" name="AutoShape 1036"/>
          <p:cNvCxnSpPr>
            <a:cxnSpLocks noChangeShapeType="1"/>
            <a:endCxn id="34" idx="0"/>
          </p:cNvCxnSpPr>
          <p:nvPr>
            <p:custDataLst>
              <p:tags r:id="rId29"/>
            </p:custDataLst>
          </p:nvPr>
        </p:nvCxnSpPr>
        <p:spPr bwMode="auto">
          <a:xfrm flipH="1">
            <a:off x="7772400" y="2527300"/>
            <a:ext cx="142875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8" name="TextBox 37"/>
          <p:cNvSpPr txBox="1"/>
          <p:nvPr/>
        </p:nvSpPr>
        <p:spPr>
          <a:xfrm>
            <a:off x="7162800" y="19812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Zapf Dingbats"/>
                <a:ea typeface="Zapf Dingbats"/>
                <a:cs typeface="Zapf Dingbats"/>
              </a:rPr>
              <a:t>✓</a:t>
            </a:r>
            <a:endParaRPr lang="en-US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81800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Zapf Dingbats"/>
                <a:ea typeface="Zapf Dingbats"/>
                <a:cs typeface="Zapf Dingbats"/>
              </a:rPr>
              <a:t>✓</a:t>
            </a:r>
            <a:endParaRPr lang="en-US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315200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Zapf Dingbats"/>
                <a:ea typeface="Zapf Dingbats"/>
                <a:cs typeface="Zapf Dingbats"/>
              </a:rPr>
              <a:t>✓</a:t>
            </a:r>
            <a:endParaRPr lang="en-US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620000" y="10668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Zapf Dingbats"/>
                <a:ea typeface="Zapf Dingbats"/>
                <a:cs typeface="Zapf Dingbats"/>
              </a:rPr>
              <a:t>✓</a:t>
            </a:r>
            <a:endParaRPr lang="en-US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153400" y="196209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Zapf Dingbats"/>
                <a:ea typeface="Zapf Dingbats"/>
                <a:cs typeface="Zapf Dingbats"/>
              </a:rPr>
              <a:t>✓</a:t>
            </a:r>
            <a:endParaRPr lang="en-US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888624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Zapf Dingbats"/>
                <a:ea typeface="Zapf Dingbats"/>
                <a:cs typeface="Zapf Dingbats"/>
              </a:rPr>
              <a:t>✓</a:t>
            </a:r>
            <a:endParaRPr lang="en-US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458200" y="26670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Zapf Dingbats"/>
                <a:ea typeface="Zapf Dingbats"/>
                <a:cs typeface="Zapf Dingbats"/>
              </a:rPr>
              <a:t>✓</a:t>
            </a:r>
            <a:endParaRPr lang="en-US" sz="2000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" name="Ink 1"/>
              <p14:cNvContentPartPr/>
              <p14:nvPr/>
            </p14:nvContentPartPr>
            <p14:xfrm>
              <a:off x="6233400" y="3969720"/>
              <a:ext cx="2345760" cy="22406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228720" y="3965400"/>
                <a:ext cx="2354040" cy="225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872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76200"/>
            <a:ext cx="8305800" cy="1143000"/>
          </a:xfrm>
        </p:spPr>
        <p:txBody>
          <a:bodyPr/>
          <a:lstStyle/>
          <a:p>
            <a:r>
              <a:rPr lang="en-US" sz="3200" dirty="0" smtClean="0"/>
              <a:t>Binary </a:t>
            </a:r>
            <a:r>
              <a:rPr lang="en-US" sz="3200" dirty="0" smtClean="0">
                <a:solidFill>
                  <a:srgbClr val="0000FF"/>
                </a:solidFill>
              </a:rPr>
              <a:t>Search</a:t>
            </a:r>
            <a:r>
              <a:rPr lang="en-US" sz="3200" dirty="0" smtClean="0"/>
              <a:t> Tree (BST) Data Structure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4876800" y="2133600"/>
            <a:ext cx="3886200" cy="3886200"/>
            <a:chOff x="4610100" y="2133600"/>
            <a:chExt cx="3886200" cy="3886200"/>
          </a:xfrm>
        </p:grpSpPr>
        <p:sp>
          <p:nvSpPr>
            <p:cNvPr id="15363" name="Oval 3"/>
            <p:cNvSpPr>
              <a:spLocks noChangeAspect="1"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876800" y="4800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dirty="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15364" name="Oval 4"/>
            <p:cNvSpPr>
              <a:spLocks noChangeAspect="1"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810500" y="3911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dirty="0">
                  <a:solidFill>
                    <a:srgbClr val="000000"/>
                  </a:solidFill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15365" name="Oval 5"/>
            <p:cNvSpPr>
              <a:spLocks noChangeAspect="1"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743700" y="3911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dirty="0">
                  <a:solidFill>
                    <a:srgbClr val="000000"/>
                  </a:solidFill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15366" name="Oval 6"/>
            <p:cNvSpPr>
              <a:spLocks noChangeAspect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676900" y="3911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dirty="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15367" name="Oval 7"/>
            <p:cNvSpPr>
              <a:spLocks noChangeAspect="1"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610100" y="3911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5368" name="Oval 8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277100" y="3022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dirty="0">
                  <a:solidFill>
                    <a:srgbClr val="000000"/>
                  </a:solidFill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15369" name="Oval 9"/>
            <p:cNvSpPr>
              <a:spLocks noChangeAspect="1"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143500" y="3022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dirty="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15370" name="Oval 10"/>
            <p:cNvSpPr>
              <a:spLocks noChangeAspect="1"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210300" y="2133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dirty="0">
                  <a:solidFill>
                    <a:srgbClr val="000000"/>
                  </a:solidFill>
                  <a:latin typeface="Times New Roman" pitchFamily="18" charset="0"/>
                </a:rPr>
                <a:t>8</a:t>
              </a:r>
            </a:p>
          </p:txBody>
        </p:sp>
        <p:cxnSp>
          <p:nvCxnSpPr>
            <p:cNvPr id="15371" name="AutoShape 11"/>
            <p:cNvCxnSpPr>
              <a:cxnSpLocks noChangeShapeType="1"/>
              <a:stCxn id="15370" idx="3"/>
              <a:endCxn id="15369" idx="0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334000" y="2478088"/>
              <a:ext cx="931863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5372" name="AutoShape 12"/>
            <p:cNvCxnSpPr>
              <a:cxnSpLocks noChangeShapeType="1"/>
              <a:stCxn id="15370" idx="5"/>
              <a:endCxn id="15368" idx="0"/>
            </p:cNvCxnSpPr>
            <p:nvPr>
              <p:custDataLst>
                <p:tags r:id="rId12"/>
              </p:custDataLst>
            </p:nvPr>
          </p:nvCxnSpPr>
          <p:spPr bwMode="auto">
            <a:xfrm>
              <a:off x="6535738" y="2478088"/>
              <a:ext cx="9318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5373" name="AutoShape 13"/>
            <p:cNvCxnSpPr>
              <a:cxnSpLocks noChangeShapeType="1"/>
              <a:stCxn id="15368" idx="3"/>
              <a:endCxn id="15365" idx="0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6934200" y="3367088"/>
              <a:ext cx="398463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5374" name="AutoShape 14"/>
            <p:cNvCxnSpPr>
              <a:cxnSpLocks noChangeShapeType="1"/>
              <a:stCxn id="15368" idx="5"/>
              <a:endCxn id="15364" idx="0"/>
            </p:cNvCxnSpPr>
            <p:nvPr>
              <p:custDataLst>
                <p:tags r:id="rId14"/>
              </p:custDataLst>
            </p:nvPr>
          </p:nvCxnSpPr>
          <p:spPr bwMode="auto">
            <a:xfrm>
              <a:off x="7602538" y="3367088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5375" name="AutoShape 15"/>
            <p:cNvCxnSpPr>
              <a:cxnSpLocks noChangeShapeType="1"/>
              <a:stCxn id="15369" idx="3"/>
              <a:endCxn id="15367" idx="0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800600" y="3367088"/>
              <a:ext cx="398463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5376" name="AutoShape 16"/>
            <p:cNvCxnSpPr>
              <a:cxnSpLocks noChangeShapeType="1"/>
              <a:stCxn id="15369" idx="5"/>
              <a:endCxn id="15366" idx="0"/>
            </p:cNvCxnSpPr>
            <p:nvPr>
              <p:custDataLst>
                <p:tags r:id="rId16"/>
              </p:custDataLst>
            </p:nvPr>
          </p:nvCxnSpPr>
          <p:spPr bwMode="auto">
            <a:xfrm>
              <a:off x="5468938" y="3367088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5377" name="AutoShape 17"/>
            <p:cNvCxnSpPr>
              <a:cxnSpLocks noChangeShapeType="1"/>
              <a:stCxn id="15367" idx="5"/>
              <a:endCxn id="15363" idx="0"/>
            </p:cNvCxnSpPr>
            <p:nvPr>
              <p:custDataLst>
                <p:tags r:id="rId17"/>
              </p:custDataLst>
            </p:nvPr>
          </p:nvCxnSpPr>
          <p:spPr bwMode="auto">
            <a:xfrm>
              <a:off x="4935538" y="4256088"/>
              <a:ext cx="1317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5378" name="Oval 18"/>
            <p:cNvSpPr>
              <a:spLocks noChangeAspect="1"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8115300" y="4800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dirty="0">
                  <a:solidFill>
                    <a:srgbClr val="000000"/>
                  </a:solidFill>
                  <a:latin typeface="Times New Roman" pitchFamily="18" charset="0"/>
                </a:rPr>
                <a:t>14</a:t>
              </a:r>
            </a:p>
          </p:txBody>
        </p:sp>
        <p:sp>
          <p:nvSpPr>
            <p:cNvPr id="15379" name="Oval 19"/>
            <p:cNvSpPr>
              <a:spLocks noChangeAspect="1"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810500" y="56388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dirty="0">
                  <a:solidFill>
                    <a:srgbClr val="000000"/>
                  </a:solidFill>
                  <a:latin typeface="Times New Roman" pitchFamily="18" charset="0"/>
                </a:rPr>
                <a:t>13</a:t>
              </a:r>
            </a:p>
          </p:txBody>
        </p:sp>
        <p:sp>
          <p:nvSpPr>
            <p:cNvPr id="15380" name="Oval 20"/>
            <p:cNvSpPr>
              <a:spLocks noChangeAspect="1"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5943600" y="4800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dirty="0">
                  <a:solidFill>
                    <a:srgbClr val="000000"/>
                  </a:solidFill>
                  <a:latin typeface="Times New Roman" pitchFamily="18" charset="0"/>
                </a:rPr>
                <a:t>7</a:t>
              </a:r>
            </a:p>
          </p:txBody>
        </p:sp>
        <p:cxnSp>
          <p:nvCxnSpPr>
            <p:cNvPr id="15381" name="AutoShape 21"/>
            <p:cNvCxnSpPr>
              <a:cxnSpLocks noChangeShapeType="1"/>
              <a:stCxn id="15366" idx="5"/>
              <a:endCxn id="15380" idx="0"/>
            </p:cNvCxnSpPr>
            <p:nvPr>
              <p:custDataLst>
                <p:tags r:id="rId21"/>
              </p:custDataLst>
            </p:nvPr>
          </p:nvCxnSpPr>
          <p:spPr bwMode="auto">
            <a:xfrm>
              <a:off x="6002338" y="4256088"/>
              <a:ext cx="1317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5382" name="Oval 22"/>
            <p:cNvSpPr>
              <a:spLocks noChangeAspect="1"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477000" y="4800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dirty="0">
                  <a:solidFill>
                    <a:srgbClr val="000000"/>
                  </a:solidFill>
                  <a:latin typeface="Times New Roman" pitchFamily="18" charset="0"/>
                </a:rPr>
                <a:t>9</a:t>
              </a:r>
            </a:p>
          </p:txBody>
        </p:sp>
        <p:cxnSp>
          <p:nvCxnSpPr>
            <p:cNvPr id="15383" name="AutoShape 23"/>
            <p:cNvCxnSpPr>
              <a:cxnSpLocks noChangeShapeType="1"/>
              <a:stCxn id="15365" idx="3"/>
              <a:endCxn id="15382" idx="0"/>
            </p:cNvCxnSpPr>
            <p:nvPr>
              <p:custDataLst>
                <p:tags r:id="rId23"/>
              </p:custDataLst>
            </p:nvPr>
          </p:nvCxnSpPr>
          <p:spPr bwMode="auto">
            <a:xfrm flipH="1">
              <a:off x="6667500" y="4256088"/>
              <a:ext cx="131763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5384" name="AutoShape 24"/>
            <p:cNvCxnSpPr>
              <a:cxnSpLocks noChangeShapeType="1"/>
              <a:stCxn id="15378" idx="4"/>
              <a:endCxn id="15379" idx="0"/>
            </p:cNvCxnSpPr>
            <p:nvPr>
              <p:custDataLst>
                <p:tags r:id="rId24"/>
              </p:custDataLst>
            </p:nvPr>
          </p:nvCxnSpPr>
          <p:spPr bwMode="auto">
            <a:xfrm flipH="1">
              <a:off x="8001000" y="5181600"/>
              <a:ext cx="30480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5385" name="AutoShape 25"/>
            <p:cNvCxnSpPr>
              <a:cxnSpLocks noChangeShapeType="1"/>
              <a:stCxn id="15364" idx="5"/>
              <a:endCxn id="15378" idx="0"/>
            </p:cNvCxnSpPr>
            <p:nvPr>
              <p:custDataLst>
                <p:tags r:id="rId25"/>
              </p:custDataLst>
            </p:nvPr>
          </p:nvCxnSpPr>
          <p:spPr bwMode="auto">
            <a:xfrm>
              <a:off x="8135704" y="4236804"/>
              <a:ext cx="170096" cy="56379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sp>
        <p:nvSpPr>
          <p:cNvPr id="15386" name="Rectangle 27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228600" y="1371600"/>
            <a:ext cx="4876800" cy="4800600"/>
          </a:xfrm>
        </p:spPr>
        <p:txBody>
          <a:bodyPr/>
          <a:lstStyle/>
          <a:p>
            <a:r>
              <a:rPr lang="en-US" sz="2400" dirty="0" smtClean="0"/>
              <a:t>Structure property (</a:t>
            </a:r>
            <a:r>
              <a:rPr lang="en-US" sz="2400" dirty="0" smtClean="0">
                <a:solidFill>
                  <a:srgbClr val="0000FF"/>
                </a:solidFill>
              </a:rPr>
              <a:t>binary tree</a:t>
            </a:r>
            <a:r>
              <a:rPr lang="en-US" sz="2400" dirty="0" smtClean="0"/>
              <a:t>)</a:t>
            </a:r>
          </a:p>
          <a:p>
            <a:pPr lvl="1"/>
            <a:r>
              <a:rPr lang="en-US" sz="2000" dirty="0"/>
              <a:t>E</a:t>
            </a:r>
            <a:r>
              <a:rPr lang="en-US" sz="2000" dirty="0" smtClean="0"/>
              <a:t>ach node has </a:t>
            </a:r>
            <a:r>
              <a:rPr lang="en-US" sz="2000" dirty="0" smtClean="0">
                <a:sym typeface="Symbol" pitchFamily="18" charset="2"/>
              </a:rPr>
              <a:t> 2</a:t>
            </a:r>
            <a:r>
              <a:rPr lang="en-US" sz="2000" dirty="0" smtClean="0"/>
              <a:t> children</a:t>
            </a:r>
          </a:p>
          <a:p>
            <a:pPr lvl="1"/>
            <a:r>
              <a:rPr lang="en-US" sz="2000" dirty="0"/>
              <a:t>R</a:t>
            </a:r>
            <a:r>
              <a:rPr lang="en-US" sz="2000" dirty="0" smtClean="0"/>
              <a:t>esult: keeps operations simple</a:t>
            </a:r>
          </a:p>
          <a:p>
            <a:pPr lvl="2">
              <a:buFontTx/>
              <a:buNone/>
            </a:pPr>
            <a:endParaRPr lang="en-US" sz="1800" dirty="0" smtClean="0"/>
          </a:p>
          <a:p>
            <a:r>
              <a:rPr lang="en-US" sz="2400" dirty="0" smtClean="0">
                <a:solidFill>
                  <a:srgbClr val="FF0000"/>
                </a:solidFill>
              </a:rPr>
              <a:t>Order property</a:t>
            </a:r>
          </a:p>
          <a:p>
            <a:pPr lvl="1"/>
            <a:r>
              <a:rPr lang="en-US" sz="2000" dirty="0"/>
              <a:t>A</a:t>
            </a:r>
            <a:r>
              <a:rPr lang="en-US" sz="2000" dirty="0" smtClean="0"/>
              <a:t>ll keys in left </a:t>
            </a:r>
            <a:r>
              <a:rPr lang="en-US" sz="2000" dirty="0" err="1" smtClean="0"/>
              <a:t>subtree</a:t>
            </a:r>
            <a:r>
              <a:rPr lang="en-US" sz="2000" dirty="0" smtClean="0"/>
              <a:t> smaller</a:t>
            </a:r>
            <a:br>
              <a:rPr lang="en-US" sz="2000" dirty="0" smtClean="0"/>
            </a:br>
            <a:r>
              <a:rPr lang="en-US" sz="2000" dirty="0" smtClean="0"/>
              <a:t>than node’s key</a:t>
            </a:r>
          </a:p>
          <a:p>
            <a:pPr lvl="1"/>
            <a:r>
              <a:rPr lang="en-US" sz="2000" dirty="0"/>
              <a:t>A</a:t>
            </a:r>
            <a:r>
              <a:rPr lang="en-US" sz="2000" dirty="0" smtClean="0"/>
              <a:t>ll keys in right </a:t>
            </a:r>
            <a:r>
              <a:rPr lang="en-US" sz="2000" dirty="0" err="1" smtClean="0"/>
              <a:t>subtree</a:t>
            </a:r>
            <a:r>
              <a:rPr lang="en-US" sz="2000" dirty="0" smtClean="0"/>
              <a:t> larger</a:t>
            </a:r>
            <a:br>
              <a:rPr lang="en-US" sz="2000" dirty="0" smtClean="0"/>
            </a:br>
            <a:r>
              <a:rPr lang="en-US" sz="2000" dirty="0" smtClean="0"/>
              <a:t>than node’s key</a:t>
            </a:r>
          </a:p>
          <a:p>
            <a:pPr lvl="1"/>
            <a:r>
              <a:rPr lang="en-US" sz="2000" dirty="0"/>
              <a:t>R</a:t>
            </a:r>
            <a:r>
              <a:rPr lang="en-US" sz="2000" dirty="0" smtClean="0"/>
              <a:t>esult: easy to find any given key</a:t>
            </a:r>
          </a:p>
          <a:p>
            <a:pPr lvl="1"/>
            <a:endParaRPr lang="en-US" sz="2000" dirty="0"/>
          </a:p>
          <a:p>
            <a:pPr lvl="1">
              <a:buFontTx/>
              <a:buNone/>
            </a:pPr>
            <a:endParaRPr lang="en-US" sz="2000" dirty="0" smtClean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A12F5-03B5-4BEE-BF40-7EC1D15EBEE1}" type="slidenum">
              <a:rPr lang="en-US" smtClean="0">
                <a:solidFill>
                  <a:srgbClr val="000000"/>
                </a:solidFill>
              </a:rPr>
              <a:pPr/>
              <a:t>16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" name="Footer Placeholder 2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9476" y="5330144"/>
            <a:ext cx="6667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</a:t>
            </a:r>
            <a:r>
              <a:rPr lang="en-US" sz="2400" dirty="0">
                <a:solidFill>
                  <a:srgbClr val="0000FF"/>
                </a:solidFill>
              </a:rPr>
              <a:t>binary search tree </a:t>
            </a:r>
            <a:r>
              <a:rPr lang="en-US" sz="2400" dirty="0"/>
              <a:t>is a type of binary tree </a:t>
            </a:r>
            <a:endParaRPr lang="en-US" sz="2400" dirty="0" smtClean="0"/>
          </a:p>
          <a:p>
            <a:r>
              <a:rPr lang="en-US" sz="2400" dirty="0" smtClean="0"/>
              <a:t>(</a:t>
            </a:r>
            <a:r>
              <a:rPr lang="en-US" sz="2400" dirty="0"/>
              <a:t>but not all binary trees are binary search trees</a:t>
            </a:r>
            <a:r>
              <a:rPr lang="en-US" sz="2400" dirty="0" smtClean="0"/>
              <a:t>!)</a:t>
            </a:r>
            <a:endParaRPr 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" name="Ink 2"/>
              <p14:cNvContentPartPr/>
              <p14:nvPr/>
            </p14:nvContentPartPr>
            <p14:xfrm>
              <a:off x="4829400" y="1647000"/>
              <a:ext cx="1792800" cy="40453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824360" y="1643040"/>
                <a:ext cx="1802880" cy="405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9622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6" grpId="0" build="p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val 50"/>
          <p:cNvSpPr/>
          <p:nvPr/>
        </p:nvSpPr>
        <p:spPr bwMode="auto">
          <a:xfrm>
            <a:off x="7759557" y="5562600"/>
            <a:ext cx="562769" cy="527050"/>
          </a:xfrm>
          <a:prstGeom prst="ellipse">
            <a:avLst/>
          </a:prstGeom>
          <a:solidFill>
            <a:srgbClr val="FF6873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0" name="Oval 49"/>
          <p:cNvSpPr/>
          <p:nvPr/>
        </p:nvSpPr>
        <p:spPr bwMode="auto">
          <a:xfrm>
            <a:off x="7173626" y="2944062"/>
            <a:ext cx="562769" cy="527050"/>
          </a:xfrm>
          <a:prstGeom prst="ellipse">
            <a:avLst/>
          </a:prstGeom>
          <a:solidFill>
            <a:srgbClr val="FF6873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9" name="Oval 48"/>
          <p:cNvSpPr/>
          <p:nvPr/>
        </p:nvSpPr>
        <p:spPr bwMode="auto">
          <a:xfrm>
            <a:off x="6919515" y="4737980"/>
            <a:ext cx="562769" cy="527050"/>
          </a:xfrm>
          <a:prstGeom prst="ellipse">
            <a:avLst/>
          </a:prstGeom>
          <a:solidFill>
            <a:srgbClr val="FF6873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 bwMode="auto">
          <a:xfrm>
            <a:off x="5047675" y="3834830"/>
            <a:ext cx="562769" cy="527050"/>
          </a:xfrm>
          <a:prstGeom prst="ellipse">
            <a:avLst/>
          </a:prstGeom>
          <a:solidFill>
            <a:srgbClr val="FF6873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533400" y="152400"/>
            <a:ext cx="8077200" cy="1143000"/>
          </a:xfrm>
        </p:spPr>
        <p:txBody>
          <a:bodyPr/>
          <a:lstStyle/>
          <a:p>
            <a:r>
              <a:rPr lang="en-US" dirty="0" smtClean="0"/>
              <a:t>Are these BSTs?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81000" y="2133600"/>
            <a:ext cx="3581400" cy="3048000"/>
            <a:chOff x="381000" y="2133600"/>
            <a:chExt cx="3581400" cy="3048000"/>
          </a:xfrm>
        </p:grpSpPr>
        <p:sp>
          <p:nvSpPr>
            <p:cNvPr id="16387" name="Oval 5"/>
            <p:cNvSpPr>
              <a:spLocks noChangeAspect="1"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47700" y="4800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6388" name="Oval 6"/>
            <p:cNvSpPr>
              <a:spLocks noChangeAspect="1"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581400" y="3911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16389" name="Oval 7"/>
            <p:cNvSpPr>
              <a:spLocks noChangeAspect="1"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2514600" y="3911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16390" name="Oval 9"/>
            <p:cNvSpPr>
              <a:spLocks noChangeAspect="1"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381000" y="3911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6391" name="Oval 10"/>
            <p:cNvSpPr>
              <a:spLocks noChangeAspect="1"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3048000" y="3022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16392" name="Oval 11"/>
            <p:cNvSpPr>
              <a:spLocks noChangeAspect="1"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914400" y="3022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16393" name="Oval 12"/>
            <p:cNvSpPr>
              <a:spLocks noChangeAspect="1"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981200" y="2133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</a:p>
          </p:txBody>
        </p:sp>
        <p:cxnSp>
          <p:nvCxnSpPr>
            <p:cNvPr id="16394" name="AutoShape 13"/>
            <p:cNvCxnSpPr>
              <a:cxnSpLocks noChangeShapeType="1"/>
              <a:stCxn id="16393" idx="3"/>
              <a:endCxn id="16392" idx="0"/>
            </p:cNvCxnSpPr>
            <p:nvPr>
              <p:custDataLst>
                <p:tags r:id="rId37"/>
              </p:custDataLst>
            </p:nvPr>
          </p:nvCxnSpPr>
          <p:spPr bwMode="auto">
            <a:xfrm flipH="1">
              <a:off x="1104900" y="2478088"/>
              <a:ext cx="931863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6395" name="AutoShape 14"/>
            <p:cNvCxnSpPr>
              <a:cxnSpLocks noChangeShapeType="1"/>
              <a:stCxn id="16393" idx="5"/>
              <a:endCxn id="16391" idx="0"/>
            </p:cNvCxnSpPr>
            <p:nvPr>
              <p:custDataLst>
                <p:tags r:id="rId38"/>
              </p:custDataLst>
            </p:nvPr>
          </p:nvCxnSpPr>
          <p:spPr bwMode="auto">
            <a:xfrm>
              <a:off x="2306638" y="2478088"/>
              <a:ext cx="9318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6396" name="AutoShape 15"/>
            <p:cNvCxnSpPr>
              <a:cxnSpLocks noChangeShapeType="1"/>
              <a:stCxn id="16391" idx="3"/>
              <a:endCxn id="16389" idx="0"/>
            </p:cNvCxnSpPr>
            <p:nvPr>
              <p:custDataLst>
                <p:tags r:id="rId39"/>
              </p:custDataLst>
            </p:nvPr>
          </p:nvCxnSpPr>
          <p:spPr bwMode="auto">
            <a:xfrm flipH="1">
              <a:off x="2705100" y="3367088"/>
              <a:ext cx="398463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6397" name="AutoShape 16"/>
            <p:cNvCxnSpPr>
              <a:cxnSpLocks noChangeShapeType="1"/>
              <a:stCxn id="16391" idx="5"/>
              <a:endCxn id="16388" idx="0"/>
            </p:cNvCxnSpPr>
            <p:nvPr>
              <p:custDataLst>
                <p:tags r:id="rId40"/>
              </p:custDataLst>
            </p:nvPr>
          </p:nvCxnSpPr>
          <p:spPr bwMode="auto">
            <a:xfrm>
              <a:off x="3373438" y="3367088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6398" name="AutoShape 17"/>
            <p:cNvCxnSpPr>
              <a:cxnSpLocks noChangeShapeType="1"/>
              <a:stCxn id="16392" idx="3"/>
              <a:endCxn id="16390" idx="0"/>
            </p:cNvCxnSpPr>
            <p:nvPr>
              <p:custDataLst>
                <p:tags r:id="rId41"/>
              </p:custDataLst>
            </p:nvPr>
          </p:nvCxnSpPr>
          <p:spPr bwMode="auto">
            <a:xfrm flipH="1">
              <a:off x="571500" y="3367088"/>
              <a:ext cx="398463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6399" name="AutoShape 19"/>
            <p:cNvCxnSpPr>
              <a:cxnSpLocks noChangeShapeType="1"/>
              <a:stCxn id="16390" idx="5"/>
              <a:endCxn id="16387" idx="0"/>
            </p:cNvCxnSpPr>
            <p:nvPr>
              <p:custDataLst>
                <p:tags r:id="rId42"/>
              </p:custDataLst>
            </p:nvPr>
          </p:nvCxnSpPr>
          <p:spPr bwMode="auto">
            <a:xfrm>
              <a:off x="706438" y="4256088"/>
              <a:ext cx="1317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3" name="Group 2"/>
          <p:cNvGrpSpPr/>
          <p:nvPr/>
        </p:nvGrpSpPr>
        <p:grpSpPr>
          <a:xfrm>
            <a:off x="4610100" y="2133600"/>
            <a:ext cx="3848100" cy="3886200"/>
            <a:chOff x="4610100" y="2133600"/>
            <a:chExt cx="3848100" cy="3886200"/>
          </a:xfrm>
        </p:grpSpPr>
        <p:sp>
          <p:nvSpPr>
            <p:cNvPr id="15376" name="Oval 28"/>
            <p:cNvSpPr>
              <a:spLocks noChangeAspect="1"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876800" y="4800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15377" name="Oval 29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810500" y="3911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18</a:t>
              </a:r>
            </a:p>
          </p:txBody>
        </p:sp>
        <p:sp>
          <p:nvSpPr>
            <p:cNvPr id="15378" name="Oval 30"/>
            <p:cNvSpPr>
              <a:spLocks noChangeAspect="1"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743700" y="3911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15379" name="Oval 31"/>
            <p:cNvSpPr>
              <a:spLocks noChangeAspect="1"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676900" y="3911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15380" name="Oval 32"/>
            <p:cNvSpPr>
              <a:spLocks noChangeAspect="1"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610100" y="3911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5381" name="Oval 33"/>
            <p:cNvSpPr>
              <a:spLocks noChangeAspect="1"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277100" y="3022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15382" name="Oval 34"/>
            <p:cNvSpPr>
              <a:spLocks noChangeAspect="1"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143500" y="3022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15383" name="Oval 35"/>
            <p:cNvSpPr>
              <a:spLocks noChangeAspect="1"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210300" y="2133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8</a:t>
              </a:r>
            </a:p>
          </p:txBody>
        </p:sp>
        <p:cxnSp>
          <p:nvCxnSpPr>
            <p:cNvPr id="15384" name="AutoShape 36"/>
            <p:cNvCxnSpPr>
              <a:cxnSpLocks noChangeShapeType="1"/>
              <a:stCxn id="15383" idx="3"/>
              <a:endCxn id="15382" idx="0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5334000" y="2478088"/>
              <a:ext cx="931863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5385" name="AutoShape 37"/>
            <p:cNvCxnSpPr>
              <a:cxnSpLocks noChangeShapeType="1"/>
              <a:stCxn id="15383" idx="5"/>
              <a:endCxn id="15381" idx="0"/>
            </p:cNvCxnSpPr>
            <p:nvPr>
              <p:custDataLst>
                <p:tags r:id="rId16"/>
              </p:custDataLst>
            </p:nvPr>
          </p:nvCxnSpPr>
          <p:spPr bwMode="auto">
            <a:xfrm>
              <a:off x="6535738" y="2478088"/>
              <a:ext cx="9318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5386" name="AutoShape 38"/>
            <p:cNvCxnSpPr>
              <a:cxnSpLocks noChangeShapeType="1"/>
              <a:stCxn id="15381" idx="3"/>
              <a:endCxn id="15378" idx="0"/>
            </p:cNvCxnSpPr>
            <p:nvPr>
              <p:custDataLst>
                <p:tags r:id="rId17"/>
              </p:custDataLst>
            </p:nvPr>
          </p:nvCxnSpPr>
          <p:spPr bwMode="auto">
            <a:xfrm flipH="1">
              <a:off x="6934200" y="3367088"/>
              <a:ext cx="398463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5387" name="AutoShape 39"/>
            <p:cNvCxnSpPr>
              <a:cxnSpLocks noChangeShapeType="1"/>
              <a:stCxn id="15381" idx="5"/>
              <a:endCxn id="15377" idx="0"/>
            </p:cNvCxnSpPr>
            <p:nvPr>
              <p:custDataLst>
                <p:tags r:id="rId18"/>
              </p:custDataLst>
            </p:nvPr>
          </p:nvCxnSpPr>
          <p:spPr bwMode="auto">
            <a:xfrm>
              <a:off x="7602538" y="3367088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5388" name="AutoShape 40"/>
            <p:cNvCxnSpPr>
              <a:cxnSpLocks noChangeShapeType="1"/>
              <a:stCxn id="15382" idx="3"/>
              <a:endCxn id="15380" idx="0"/>
            </p:cNvCxnSpPr>
            <p:nvPr>
              <p:custDataLst>
                <p:tags r:id="rId19"/>
              </p:custDataLst>
            </p:nvPr>
          </p:nvCxnSpPr>
          <p:spPr bwMode="auto">
            <a:xfrm flipH="1">
              <a:off x="4800600" y="3367088"/>
              <a:ext cx="398463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5389" name="AutoShape 41"/>
            <p:cNvCxnSpPr>
              <a:cxnSpLocks noChangeShapeType="1"/>
              <a:stCxn id="15382" idx="5"/>
              <a:endCxn id="15379" idx="0"/>
            </p:cNvCxnSpPr>
            <p:nvPr>
              <p:custDataLst>
                <p:tags r:id="rId20"/>
              </p:custDataLst>
            </p:nvPr>
          </p:nvCxnSpPr>
          <p:spPr bwMode="auto">
            <a:xfrm>
              <a:off x="5468938" y="3367088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5390" name="AutoShape 42"/>
            <p:cNvCxnSpPr>
              <a:cxnSpLocks noChangeShapeType="1"/>
              <a:stCxn id="15380" idx="5"/>
              <a:endCxn id="15376" idx="0"/>
            </p:cNvCxnSpPr>
            <p:nvPr>
              <p:custDataLst>
                <p:tags r:id="rId21"/>
              </p:custDataLst>
            </p:nvPr>
          </p:nvCxnSpPr>
          <p:spPr bwMode="auto">
            <a:xfrm>
              <a:off x="4935538" y="4256088"/>
              <a:ext cx="1317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5391" name="Oval 43"/>
            <p:cNvSpPr>
              <a:spLocks noChangeAspect="1"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077200" y="4800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20</a:t>
              </a:r>
            </a:p>
          </p:txBody>
        </p:sp>
        <p:sp>
          <p:nvSpPr>
            <p:cNvPr id="15392" name="Oval 44"/>
            <p:cNvSpPr>
              <a:spLocks noChangeAspect="1"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848600" y="56388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>
                  <a:solidFill>
                    <a:srgbClr val="000000"/>
                  </a:solidFill>
                  <a:latin typeface="Times New Roman" pitchFamily="18" charset="0"/>
                </a:rPr>
                <a:t>21</a:t>
              </a:r>
            </a:p>
          </p:txBody>
        </p:sp>
        <p:cxnSp>
          <p:nvCxnSpPr>
            <p:cNvPr id="15393" name="AutoShape 49"/>
            <p:cNvCxnSpPr>
              <a:cxnSpLocks noChangeShapeType="1"/>
              <a:stCxn id="15391" idx="4"/>
              <a:endCxn id="15392" idx="0"/>
            </p:cNvCxnSpPr>
            <p:nvPr>
              <p:custDataLst>
                <p:tags r:id="rId24"/>
              </p:custDataLst>
            </p:nvPr>
          </p:nvCxnSpPr>
          <p:spPr bwMode="auto">
            <a:xfrm rot="5400000">
              <a:off x="7924800" y="5295900"/>
              <a:ext cx="45720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5394" name="AutoShape 50"/>
            <p:cNvCxnSpPr>
              <a:cxnSpLocks noChangeShapeType="1"/>
              <a:stCxn id="15377" idx="5"/>
              <a:endCxn id="15391" idx="0"/>
            </p:cNvCxnSpPr>
            <p:nvPr>
              <p:custDataLst>
                <p:tags r:id="rId25"/>
              </p:custDataLst>
            </p:nvPr>
          </p:nvCxnSpPr>
          <p:spPr bwMode="auto">
            <a:xfrm>
              <a:off x="8135938" y="4256088"/>
              <a:ext cx="1317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5396" name="Oval 53"/>
            <p:cNvSpPr>
              <a:spLocks noChangeAspect="1"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141913" y="3913188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7</a:t>
              </a:r>
            </a:p>
          </p:txBody>
        </p:sp>
        <p:cxnSp>
          <p:nvCxnSpPr>
            <p:cNvPr id="15397" name="AutoShape 54"/>
            <p:cNvCxnSpPr>
              <a:cxnSpLocks noChangeShapeType="1"/>
              <a:stCxn id="15382" idx="4"/>
              <a:endCxn id="15396" idx="0"/>
            </p:cNvCxnSpPr>
            <p:nvPr>
              <p:custDataLst>
                <p:tags r:id="rId27"/>
              </p:custDataLst>
            </p:nvPr>
          </p:nvCxnSpPr>
          <p:spPr bwMode="auto">
            <a:xfrm flipH="1">
              <a:off x="5332413" y="3422650"/>
              <a:ext cx="1587" cy="4714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5398" name="Oval 55"/>
            <p:cNvSpPr>
              <a:spLocks noChangeAspect="1"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7010400" y="4800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15</a:t>
              </a:r>
            </a:p>
          </p:txBody>
        </p:sp>
        <p:cxnSp>
          <p:nvCxnSpPr>
            <p:cNvPr id="15399" name="AutoShape 56"/>
            <p:cNvCxnSpPr>
              <a:cxnSpLocks noChangeShapeType="1"/>
              <a:stCxn id="15378" idx="5"/>
              <a:endCxn id="15398" idx="0"/>
            </p:cNvCxnSpPr>
            <p:nvPr>
              <p:custDataLst>
                <p:tags r:id="rId29"/>
              </p:custDataLst>
            </p:nvPr>
          </p:nvCxnSpPr>
          <p:spPr bwMode="auto">
            <a:xfrm>
              <a:off x="7069138" y="4256088"/>
              <a:ext cx="1317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sp>
        <p:nvSpPr>
          <p:cNvPr id="201786" name="AutoShape 58" hidden="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486400" y="4800600"/>
            <a:ext cx="1447800" cy="76200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All children must </a:t>
            </a:r>
            <a:br>
              <a:rPr lang="en-US" sz="1600" b="1">
                <a:solidFill>
                  <a:srgbClr val="000000"/>
                </a:solidFill>
                <a:latin typeface="Times New Roman" pitchFamily="18" charset="0"/>
              </a:rPr>
            </a:b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obey order</a:t>
            </a:r>
          </a:p>
        </p:txBody>
      </p:sp>
      <p:sp>
        <p:nvSpPr>
          <p:cNvPr id="201787" name="Line 59" hidden="1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572000" y="2667000"/>
            <a:ext cx="53340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1788" name="Line 60" hidden="1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H="1">
            <a:off x="7772400" y="2667000"/>
            <a:ext cx="45720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1789" name="Line 61" hidden="1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8458200" y="4419600"/>
            <a:ext cx="45720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4" name="Slide Number Placeholder 4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17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5" name="Footer Placeholder 4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2" name="Text Box 29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143500" y="543169"/>
            <a:ext cx="274423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solidFill>
                  <a:srgbClr val="0000FF"/>
                </a:solidFill>
                <a:latin typeface="Arial"/>
              </a:rPr>
              <a:t>Activity! What nodes violate the BST properties?</a:t>
            </a:r>
            <a:endParaRPr lang="en-US" sz="2400" dirty="0">
              <a:solidFill>
                <a:srgbClr val="0000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863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0" grpId="0" animBg="1"/>
      <p:bldP spid="49" grpId="0" animBg="1"/>
      <p:bldP spid="4" grpId="0" animBg="1"/>
      <p:bldP spid="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r>
              <a:rPr lang="en-US" smtClean="0"/>
              <a:t>Find in BST, Recursive</a:t>
            </a:r>
          </a:p>
        </p:txBody>
      </p:sp>
      <p:sp>
        <p:nvSpPr>
          <p:cNvPr id="18436" name="Oval 5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2781300" y="3378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20</a:t>
            </a:r>
          </a:p>
        </p:txBody>
      </p:sp>
      <p:sp>
        <p:nvSpPr>
          <p:cNvPr id="18437" name="Oval 6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1620837" y="3378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9</a:t>
            </a:r>
          </a:p>
        </p:txBody>
      </p:sp>
      <p:sp>
        <p:nvSpPr>
          <p:cNvPr id="18438" name="Oval 7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647700" y="3378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8439" name="Oval 8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2247900" y="2489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18440" name="Oval 9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1087437" y="2489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5</a:t>
            </a:r>
          </a:p>
        </p:txBody>
      </p:sp>
      <p:sp>
        <p:nvSpPr>
          <p:cNvPr id="18441" name="Oval 10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1638300" y="1600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12</a:t>
            </a:r>
          </a:p>
        </p:txBody>
      </p:sp>
      <p:cxnSp>
        <p:nvCxnSpPr>
          <p:cNvPr id="18442" name="AutoShape 11"/>
          <p:cNvCxnSpPr>
            <a:cxnSpLocks noChangeShapeType="1"/>
            <a:stCxn id="18441" idx="3"/>
            <a:endCxn id="18440" idx="0"/>
          </p:cNvCxnSpPr>
          <p:nvPr>
            <p:custDataLst>
              <p:tags r:id="rId8"/>
            </p:custDataLst>
          </p:nvPr>
        </p:nvCxnSpPr>
        <p:spPr bwMode="auto">
          <a:xfrm rot="5400000">
            <a:off x="1204119" y="1999223"/>
            <a:ext cx="563796" cy="41615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43" name="AutoShape 12"/>
          <p:cNvCxnSpPr>
            <a:cxnSpLocks noChangeShapeType="1"/>
            <a:stCxn id="18441" idx="5"/>
            <a:endCxn id="18439" idx="0"/>
          </p:cNvCxnSpPr>
          <p:nvPr>
            <p:custDataLst>
              <p:tags r:id="rId9"/>
            </p:custDataLst>
          </p:nvPr>
        </p:nvCxnSpPr>
        <p:spPr bwMode="auto">
          <a:xfrm rot="16200000" flipH="1">
            <a:off x="1919054" y="1969854"/>
            <a:ext cx="563796" cy="4748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44" name="AutoShape 13"/>
          <p:cNvCxnSpPr>
            <a:cxnSpLocks noChangeShapeType="1"/>
            <a:stCxn id="18439" idx="5"/>
            <a:endCxn id="18436" idx="0"/>
          </p:cNvCxnSpPr>
          <p:nvPr>
            <p:custDataLst>
              <p:tags r:id="rId10"/>
            </p:custDataLst>
          </p:nvPr>
        </p:nvCxnSpPr>
        <p:spPr bwMode="auto">
          <a:xfrm>
            <a:off x="2573338" y="28336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45" name="AutoShape 14"/>
          <p:cNvCxnSpPr>
            <a:cxnSpLocks noChangeShapeType="1"/>
            <a:stCxn id="18440" idx="3"/>
            <a:endCxn id="18438" idx="0"/>
          </p:cNvCxnSpPr>
          <p:nvPr>
            <p:custDataLst>
              <p:tags r:id="rId11"/>
            </p:custDataLst>
          </p:nvPr>
        </p:nvCxnSpPr>
        <p:spPr bwMode="auto">
          <a:xfrm rot="5400000">
            <a:off x="708819" y="2943786"/>
            <a:ext cx="563796" cy="30503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46" name="AutoShape 15"/>
          <p:cNvCxnSpPr>
            <a:cxnSpLocks noChangeShapeType="1"/>
            <a:stCxn id="18440" idx="5"/>
            <a:endCxn id="18437" idx="0"/>
          </p:cNvCxnSpPr>
          <p:nvPr>
            <p:custDataLst>
              <p:tags r:id="rId12"/>
            </p:custDataLst>
          </p:nvPr>
        </p:nvCxnSpPr>
        <p:spPr bwMode="auto">
          <a:xfrm>
            <a:off x="1412875" y="28336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47" name="Oval 16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3048000" y="4267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30</a:t>
            </a:r>
          </a:p>
        </p:txBody>
      </p:sp>
      <p:cxnSp>
        <p:nvCxnSpPr>
          <p:cNvPr id="18448" name="AutoShape 17"/>
          <p:cNvCxnSpPr>
            <a:cxnSpLocks noChangeShapeType="1"/>
            <a:stCxn id="18436" idx="5"/>
            <a:endCxn id="18447" idx="0"/>
          </p:cNvCxnSpPr>
          <p:nvPr>
            <p:custDataLst>
              <p:tags r:id="rId14"/>
            </p:custDataLst>
          </p:nvPr>
        </p:nvCxnSpPr>
        <p:spPr bwMode="auto">
          <a:xfrm>
            <a:off x="3106738" y="37226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49" name="Oval 18"/>
          <p:cNvSpPr>
            <a:spLocks noChangeAspect="1" noChangeArrowheads="1"/>
          </p:cNvSpPr>
          <p:nvPr>
            <p:custDataLst>
              <p:tags r:id="rId15"/>
            </p:custDataLst>
          </p:nvPr>
        </p:nvSpPr>
        <p:spPr bwMode="auto">
          <a:xfrm>
            <a:off x="1354137" y="4267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7</a:t>
            </a:r>
          </a:p>
        </p:txBody>
      </p:sp>
      <p:cxnSp>
        <p:nvCxnSpPr>
          <p:cNvPr id="18450" name="AutoShape 19"/>
          <p:cNvCxnSpPr>
            <a:cxnSpLocks noChangeShapeType="1"/>
            <a:stCxn id="18437" idx="3"/>
            <a:endCxn id="18449" idx="0"/>
          </p:cNvCxnSpPr>
          <p:nvPr>
            <p:custDataLst>
              <p:tags r:id="rId16"/>
            </p:custDataLst>
          </p:nvPr>
        </p:nvCxnSpPr>
        <p:spPr bwMode="auto">
          <a:xfrm flipH="1">
            <a:off x="1544637" y="3722688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51" name="Oval 20"/>
          <p:cNvSpPr>
            <a:spLocks noChangeAspect="1" noChangeArrowheads="1"/>
          </p:cNvSpPr>
          <p:nvPr>
            <p:custDataLst>
              <p:tags r:id="rId17"/>
            </p:custDataLst>
          </p:nvPr>
        </p:nvSpPr>
        <p:spPr bwMode="auto">
          <a:xfrm>
            <a:off x="2514600" y="4259263"/>
            <a:ext cx="381000" cy="381000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FF"/>
                </a:solidFill>
                <a:latin typeface="Times New Roman" pitchFamily="18" charset="0"/>
              </a:rPr>
              <a:t>17</a:t>
            </a:r>
          </a:p>
        </p:txBody>
      </p:sp>
      <p:cxnSp>
        <p:nvCxnSpPr>
          <p:cNvPr id="18452" name="AutoShape 21"/>
          <p:cNvCxnSpPr>
            <a:cxnSpLocks noChangeShapeType="1"/>
            <a:stCxn id="18436" idx="3"/>
            <a:endCxn id="18451" idx="0"/>
          </p:cNvCxnSpPr>
          <p:nvPr>
            <p:custDataLst>
              <p:tags r:id="rId18"/>
            </p:custDataLst>
          </p:nvPr>
        </p:nvCxnSpPr>
        <p:spPr bwMode="auto">
          <a:xfrm flipH="1">
            <a:off x="2705100" y="3722688"/>
            <a:ext cx="131763" cy="517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53" name="Oval 24"/>
          <p:cNvSpPr>
            <a:spLocks noChangeAspect="1" noChangeArrowheads="1"/>
          </p:cNvSpPr>
          <p:nvPr>
            <p:custDataLst>
              <p:tags r:id="rId19"/>
            </p:custDataLst>
          </p:nvPr>
        </p:nvSpPr>
        <p:spPr bwMode="auto">
          <a:xfrm>
            <a:off x="1866900" y="42783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10</a:t>
            </a:r>
          </a:p>
        </p:txBody>
      </p:sp>
      <p:cxnSp>
        <p:nvCxnSpPr>
          <p:cNvPr id="18454" name="AutoShape 25"/>
          <p:cNvCxnSpPr>
            <a:cxnSpLocks noChangeShapeType="1"/>
            <a:endCxn id="18453" idx="0"/>
          </p:cNvCxnSpPr>
          <p:nvPr>
            <p:custDataLst>
              <p:tags r:id="rId20"/>
            </p:custDataLst>
          </p:nvPr>
        </p:nvCxnSpPr>
        <p:spPr bwMode="auto">
          <a:xfrm>
            <a:off x="1925637" y="3733800"/>
            <a:ext cx="1317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3" name="Rectangle 3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3810000" y="1752600"/>
            <a:ext cx="4953000" cy="2667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Data </a:t>
            </a:r>
            <a:r>
              <a:rPr lang="en-US" sz="2000" b="1" dirty="0">
                <a:solidFill>
                  <a:srgbClr val="119F33"/>
                </a:solidFill>
                <a:latin typeface="Courier New" pitchFamily="49" charset="0"/>
              </a:rPr>
              <a:t>find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(Key </a:t>
            </a:r>
            <a:r>
              <a:rPr lang="en-US" sz="2000" b="1" dirty="0" err="1">
                <a:solidFill>
                  <a:srgbClr val="119F33"/>
                </a:solidFill>
                <a:latin typeface="Courier New" pitchFamily="49" charset="0"/>
              </a:rPr>
              <a:t>key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Node </a:t>
            </a:r>
            <a:r>
              <a:rPr lang="en-US" sz="2000" b="1" dirty="0">
                <a:solidFill>
                  <a:srgbClr val="119F33"/>
                </a:solidFill>
                <a:latin typeface="Courier New" pitchFamily="49" charset="0"/>
              </a:rPr>
              <a:t>root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){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if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(root == </a:t>
            </a: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null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return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null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if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(key &lt;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root.key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return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find(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key,root.left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if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(key &gt;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root.key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return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find(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key,root.right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 return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root.data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18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78417" y="4992883"/>
            <a:ext cx="54020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solidFill>
                  <a:srgbClr val="0000FF"/>
                </a:solidFill>
                <a:latin typeface="+mn-lt"/>
              </a:rPr>
              <a:t>Worst case </a:t>
            </a:r>
            <a:r>
              <a:rPr lang="en-US" sz="2000" b="0" dirty="0" smtClean="0">
                <a:latin typeface="+mn-lt"/>
              </a:rPr>
              <a:t>running time is </a:t>
            </a:r>
            <a:r>
              <a:rPr lang="en-US" sz="2000" b="0" dirty="0" smtClean="0">
                <a:solidFill>
                  <a:srgbClr val="0000FF"/>
                </a:solidFill>
                <a:latin typeface="+mn-lt"/>
              </a:rPr>
              <a:t>O(n)</a:t>
            </a:r>
            <a:r>
              <a:rPr lang="en-US" sz="2000" b="0" dirty="0" smtClean="0">
                <a:latin typeface="+mn-lt"/>
              </a:rPr>
              <a:t>.</a:t>
            </a:r>
          </a:p>
          <a:p>
            <a:r>
              <a:rPr lang="en-US" sz="2000" dirty="0" smtClean="0"/>
              <a:t>- Happens if the tree is very lopsided (e.g. list)</a:t>
            </a:r>
            <a:endParaRPr lang="en-US" sz="2000" b="0" dirty="0" smtClean="0">
              <a:latin typeface="+mn-lt"/>
            </a:endParaRPr>
          </a:p>
        </p:txBody>
      </p:sp>
      <p:sp>
        <p:nvSpPr>
          <p:cNvPr id="30" name="Oval 5"/>
          <p:cNvSpPr>
            <a:spLocks noChangeAspect="1" noChangeArrowheads="1"/>
          </p:cNvSpPr>
          <p:nvPr>
            <p:custDataLst>
              <p:tags r:id="rId22"/>
            </p:custDataLst>
          </p:nvPr>
        </p:nvSpPr>
        <p:spPr bwMode="auto">
          <a:xfrm>
            <a:off x="5928889" y="5787349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1" name="Oval 8"/>
          <p:cNvSpPr>
            <a:spLocks noChangeAspect="1" noChangeArrowheads="1"/>
          </p:cNvSpPr>
          <p:nvPr>
            <p:custDataLst>
              <p:tags r:id="rId23"/>
            </p:custDataLst>
          </p:nvPr>
        </p:nvSpPr>
        <p:spPr bwMode="auto">
          <a:xfrm>
            <a:off x="4783501" y="578743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" name="Oval 10"/>
          <p:cNvSpPr>
            <a:spLocks noChangeAspect="1" noChangeArrowheads="1"/>
          </p:cNvSpPr>
          <p:nvPr>
            <p:custDataLst>
              <p:tags r:id="rId24"/>
            </p:custDataLst>
          </p:nvPr>
        </p:nvSpPr>
        <p:spPr bwMode="auto">
          <a:xfrm>
            <a:off x="3849849" y="579205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cxnSp>
        <p:nvCxnSpPr>
          <p:cNvPr id="33" name="AutoShape 12"/>
          <p:cNvCxnSpPr>
            <a:cxnSpLocks noChangeShapeType="1"/>
            <a:stCxn id="32" idx="6"/>
            <a:endCxn id="31" idx="2"/>
          </p:cNvCxnSpPr>
          <p:nvPr>
            <p:custDataLst>
              <p:tags r:id="rId25"/>
            </p:custDataLst>
          </p:nvPr>
        </p:nvCxnSpPr>
        <p:spPr bwMode="auto">
          <a:xfrm flipV="1">
            <a:off x="4230849" y="5977930"/>
            <a:ext cx="552652" cy="462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4" name="AutoShape 13"/>
          <p:cNvCxnSpPr>
            <a:cxnSpLocks noChangeShapeType="1"/>
            <a:stCxn id="31" idx="6"/>
            <a:endCxn id="30" idx="2"/>
          </p:cNvCxnSpPr>
          <p:nvPr>
            <p:custDataLst>
              <p:tags r:id="rId26"/>
            </p:custDataLst>
          </p:nvPr>
        </p:nvCxnSpPr>
        <p:spPr bwMode="auto">
          <a:xfrm flipV="1">
            <a:off x="5164501" y="5977849"/>
            <a:ext cx="764388" cy="8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5" name="Oval 16"/>
          <p:cNvSpPr>
            <a:spLocks noChangeAspect="1" noChangeArrowheads="1"/>
          </p:cNvSpPr>
          <p:nvPr>
            <p:custDataLst>
              <p:tags r:id="rId27"/>
            </p:custDataLst>
          </p:nvPr>
        </p:nvSpPr>
        <p:spPr bwMode="auto">
          <a:xfrm>
            <a:off x="6882414" y="5786237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cxnSp>
        <p:nvCxnSpPr>
          <p:cNvPr id="36" name="AutoShape 17"/>
          <p:cNvCxnSpPr>
            <a:cxnSpLocks noChangeShapeType="1"/>
            <a:stCxn id="30" idx="6"/>
            <a:endCxn id="35" idx="2"/>
          </p:cNvCxnSpPr>
          <p:nvPr>
            <p:custDataLst>
              <p:tags r:id="rId28"/>
            </p:custDataLst>
          </p:nvPr>
        </p:nvCxnSpPr>
        <p:spPr bwMode="auto">
          <a:xfrm flipV="1">
            <a:off x="6309889" y="5976737"/>
            <a:ext cx="572525" cy="11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6" name="AutoShape 12"/>
          <p:cNvCxnSpPr>
            <a:cxnSpLocks noChangeShapeType="1"/>
          </p:cNvCxnSpPr>
          <p:nvPr>
            <p:custDataLst>
              <p:tags r:id="rId29"/>
            </p:custDataLst>
          </p:nvPr>
        </p:nvCxnSpPr>
        <p:spPr bwMode="auto">
          <a:xfrm rot="16200000" flipH="1">
            <a:off x="1984868" y="1934664"/>
            <a:ext cx="563796" cy="474896"/>
          </a:xfrm>
          <a:prstGeom prst="straightConnector1">
            <a:avLst/>
          </a:prstGeom>
          <a:noFill/>
          <a:ln w="28575" cmpd="sng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47" name="AutoShape 12"/>
          <p:cNvCxnSpPr>
            <a:cxnSpLocks noChangeShapeType="1"/>
          </p:cNvCxnSpPr>
          <p:nvPr>
            <p:custDataLst>
              <p:tags r:id="rId30"/>
            </p:custDataLst>
          </p:nvPr>
        </p:nvCxnSpPr>
        <p:spPr bwMode="auto">
          <a:xfrm>
            <a:off x="2614859" y="2780924"/>
            <a:ext cx="434155" cy="563796"/>
          </a:xfrm>
          <a:prstGeom prst="straightConnector1">
            <a:avLst/>
          </a:prstGeom>
          <a:noFill/>
          <a:ln w="28575" cmpd="sng">
            <a:solidFill>
              <a:srgbClr val="0000FF"/>
            </a:solidFill>
            <a:round/>
            <a:headEnd/>
            <a:tailEnd type="triangle" w="med" len="med"/>
          </a:ln>
        </p:spPr>
      </p:cxnSp>
      <p:cxnSp>
        <p:nvCxnSpPr>
          <p:cNvPr id="50" name="AutoShape 12"/>
          <p:cNvCxnSpPr>
            <a:cxnSpLocks noChangeShapeType="1"/>
          </p:cNvCxnSpPr>
          <p:nvPr>
            <p:custDataLst>
              <p:tags r:id="rId31"/>
            </p:custDataLst>
          </p:nvPr>
        </p:nvCxnSpPr>
        <p:spPr bwMode="auto">
          <a:xfrm flipH="1">
            <a:off x="2777255" y="3759200"/>
            <a:ext cx="131763" cy="500063"/>
          </a:xfrm>
          <a:prstGeom prst="straightConnector1">
            <a:avLst/>
          </a:prstGeom>
          <a:noFill/>
          <a:ln w="28575" cmpd="sng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52" name="TextBox 51"/>
          <p:cNvSpPr txBox="1"/>
          <p:nvPr/>
        </p:nvSpPr>
        <p:spPr>
          <a:xfrm>
            <a:off x="3662246" y="4607203"/>
            <a:ext cx="4862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latin typeface="+mn-lt"/>
              </a:rPr>
              <a:t>What is the time complexity? Worst case.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" name="Ink 2"/>
              <p14:cNvContentPartPr/>
              <p14:nvPr/>
            </p14:nvContentPartPr>
            <p14:xfrm>
              <a:off x="1300320" y="1150920"/>
              <a:ext cx="6847560" cy="20818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295640" y="1146240"/>
                <a:ext cx="6856920" cy="209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550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0" grpId="0" animBg="1"/>
      <p:bldP spid="31" grpId="0" animBg="1"/>
      <p:bldP spid="32" grpId="0" animBg="1"/>
      <p:bldP spid="35" grpId="0" animBg="1"/>
      <p:bldP spid="5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r>
              <a:rPr lang="en-US" dirty="0" smtClean="0"/>
              <a:t>Find in BST, Iterative</a:t>
            </a:r>
          </a:p>
        </p:txBody>
      </p:sp>
      <p:sp>
        <p:nvSpPr>
          <p:cNvPr id="18436" name="Oval 5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2781300" y="3378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20</a:t>
            </a:r>
          </a:p>
        </p:txBody>
      </p:sp>
      <p:sp>
        <p:nvSpPr>
          <p:cNvPr id="18437" name="Oval 6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1620837" y="3378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9</a:t>
            </a:r>
          </a:p>
        </p:txBody>
      </p:sp>
      <p:sp>
        <p:nvSpPr>
          <p:cNvPr id="18438" name="Oval 7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647700" y="3378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8439" name="Oval 8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2247900" y="2489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18440" name="Oval 9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1087437" y="2489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5</a:t>
            </a:r>
          </a:p>
        </p:txBody>
      </p:sp>
      <p:sp>
        <p:nvSpPr>
          <p:cNvPr id="18441" name="Oval 10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1638300" y="1600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12</a:t>
            </a:r>
          </a:p>
        </p:txBody>
      </p:sp>
      <p:cxnSp>
        <p:nvCxnSpPr>
          <p:cNvPr id="18442" name="AutoShape 11"/>
          <p:cNvCxnSpPr>
            <a:cxnSpLocks noChangeShapeType="1"/>
            <a:stCxn id="18441" idx="3"/>
            <a:endCxn id="18440" idx="0"/>
          </p:cNvCxnSpPr>
          <p:nvPr>
            <p:custDataLst>
              <p:tags r:id="rId8"/>
            </p:custDataLst>
          </p:nvPr>
        </p:nvCxnSpPr>
        <p:spPr bwMode="auto">
          <a:xfrm rot="5400000">
            <a:off x="1204119" y="1999223"/>
            <a:ext cx="563796" cy="41615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43" name="AutoShape 12"/>
          <p:cNvCxnSpPr>
            <a:cxnSpLocks noChangeShapeType="1"/>
            <a:stCxn id="18441" idx="5"/>
            <a:endCxn id="18439" idx="0"/>
          </p:cNvCxnSpPr>
          <p:nvPr>
            <p:custDataLst>
              <p:tags r:id="rId9"/>
            </p:custDataLst>
          </p:nvPr>
        </p:nvCxnSpPr>
        <p:spPr bwMode="auto">
          <a:xfrm rot="16200000" flipH="1">
            <a:off x="1919054" y="1969854"/>
            <a:ext cx="563796" cy="4748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44" name="AutoShape 13"/>
          <p:cNvCxnSpPr>
            <a:cxnSpLocks noChangeShapeType="1"/>
            <a:stCxn id="18439" idx="5"/>
            <a:endCxn id="18436" idx="0"/>
          </p:cNvCxnSpPr>
          <p:nvPr>
            <p:custDataLst>
              <p:tags r:id="rId10"/>
            </p:custDataLst>
          </p:nvPr>
        </p:nvCxnSpPr>
        <p:spPr bwMode="auto">
          <a:xfrm>
            <a:off x="2573338" y="28336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45" name="AutoShape 14"/>
          <p:cNvCxnSpPr>
            <a:cxnSpLocks noChangeShapeType="1"/>
            <a:stCxn id="18440" idx="3"/>
            <a:endCxn id="18438" idx="0"/>
          </p:cNvCxnSpPr>
          <p:nvPr>
            <p:custDataLst>
              <p:tags r:id="rId11"/>
            </p:custDataLst>
          </p:nvPr>
        </p:nvCxnSpPr>
        <p:spPr bwMode="auto">
          <a:xfrm rot="5400000">
            <a:off x="708819" y="2943786"/>
            <a:ext cx="563796" cy="30503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46" name="AutoShape 15"/>
          <p:cNvCxnSpPr>
            <a:cxnSpLocks noChangeShapeType="1"/>
            <a:stCxn id="18440" idx="5"/>
            <a:endCxn id="18437" idx="0"/>
          </p:cNvCxnSpPr>
          <p:nvPr>
            <p:custDataLst>
              <p:tags r:id="rId12"/>
            </p:custDataLst>
          </p:nvPr>
        </p:nvCxnSpPr>
        <p:spPr bwMode="auto">
          <a:xfrm>
            <a:off x="1412875" y="28336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47" name="Oval 16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3048000" y="4267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30</a:t>
            </a:r>
          </a:p>
        </p:txBody>
      </p:sp>
      <p:cxnSp>
        <p:nvCxnSpPr>
          <p:cNvPr id="18448" name="AutoShape 17"/>
          <p:cNvCxnSpPr>
            <a:cxnSpLocks noChangeShapeType="1"/>
            <a:stCxn id="18436" idx="5"/>
            <a:endCxn id="18447" idx="0"/>
          </p:cNvCxnSpPr>
          <p:nvPr>
            <p:custDataLst>
              <p:tags r:id="rId14"/>
            </p:custDataLst>
          </p:nvPr>
        </p:nvCxnSpPr>
        <p:spPr bwMode="auto">
          <a:xfrm>
            <a:off x="3106738" y="37226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49" name="Oval 18"/>
          <p:cNvSpPr>
            <a:spLocks noChangeAspect="1" noChangeArrowheads="1"/>
          </p:cNvSpPr>
          <p:nvPr>
            <p:custDataLst>
              <p:tags r:id="rId15"/>
            </p:custDataLst>
          </p:nvPr>
        </p:nvSpPr>
        <p:spPr bwMode="auto">
          <a:xfrm>
            <a:off x="1354137" y="4267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7</a:t>
            </a:r>
          </a:p>
        </p:txBody>
      </p:sp>
      <p:cxnSp>
        <p:nvCxnSpPr>
          <p:cNvPr id="18450" name="AutoShape 19"/>
          <p:cNvCxnSpPr>
            <a:cxnSpLocks noChangeShapeType="1"/>
            <a:stCxn id="18437" idx="3"/>
            <a:endCxn id="18449" idx="0"/>
          </p:cNvCxnSpPr>
          <p:nvPr>
            <p:custDataLst>
              <p:tags r:id="rId16"/>
            </p:custDataLst>
          </p:nvPr>
        </p:nvCxnSpPr>
        <p:spPr bwMode="auto">
          <a:xfrm flipH="1">
            <a:off x="1544637" y="3722688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51" name="Oval 20"/>
          <p:cNvSpPr>
            <a:spLocks noChangeAspect="1" noChangeArrowheads="1"/>
          </p:cNvSpPr>
          <p:nvPr>
            <p:custDataLst>
              <p:tags r:id="rId17"/>
            </p:custDataLst>
          </p:nvPr>
        </p:nvSpPr>
        <p:spPr bwMode="auto">
          <a:xfrm>
            <a:off x="2514600" y="425926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17</a:t>
            </a:r>
          </a:p>
        </p:txBody>
      </p:sp>
      <p:cxnSp>
        <p:nvCxnSpPr>
          <p:cNvPr id="18452" name="AutoShape 21"/>
          <p:cNvCxnSpPr>
            <a:cxnSpLocks noChangeShapeType="1"/>
            <a:stCxn id="18436" idx="3"/>
            <a:endCxn id="18451" idx="0"/>
          </p:cNvCxnSpPr>
          <p:nvPr>
            <p:custDataLst>
              <p:tags r:id="rId18"/>
            </p:custDataLst>
          </p:nvPr>
        </p:nvCxnSpPr>
        <p:spPr bwMode="auto">
          <a:xfrm flipH="1">
            <a:off x="2705100" y="3722688"/>
            <a:ext cx="131763" cy="517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53" name="Oval 24"/>
          <p:cNvSpPr>
            <a:spLocks noChangeAspect="1" noChangeArrowheads="1"/>
          </p:cNvSpPr>
          <p:nvPr>
            <p:custDataLst>
              <p:tags r:id="rId19"/>
            </p:custDataLst>
          </p:nvPr>
        </p:nvSpPr>
        <p:spPr bwMode="auto">
          <a:xfrm>
            <a:off x="1866900" y="42783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10</a:t>
            </a:r>
          </a:p>
        </p:txBody>
      </p:sp>
      <p:cxnSp>
        <p:nvCxnSpPr>
          <p:cNvPr id="18454" name="AutoShape 25"/>
          <p:cNvCxnSpPr>
            <a:cxnSpLocks noChangeShapeType="1"/>
            <a:endCxn id="18453" idx="0"/>
          </p:cNvCxnSpPr>
          <p:nvPr>
            <p:custDataLst>
              <p:tags r:id="rId20"/>
            </p:custDataLst>
          </p:nvPr>
        </p:nvCxnSpPr>
        <p:spPr bwMode="auto">
          <a:xfrm>
            <a:off x="1925637" y="3733800"/>
            <a:ext cx="1317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3" name="Rectangle 3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3810000" y="1752600"/>
            <a:ext cx="4953000" cy="3429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Data </a:t>
            </a:r>
            <a:r>
              <a:rPr lang="en-US" sz="2000" b="1" dirty="0">
                <a:solidFill>
                  <a:srgbClr val="119F33"/>
                </a:solidFill>
                <a:latin typeface="Courier New" pitchFamily="49" charset="0"/>
              </a:rPr>
              <a:t>find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(Key </a:t>
            </a:r>
            <a:r>
              <a:rPr lang="en-US" sz="2000" b="1" dirty="0" err="1">
                <a:solidFill>
                  <a:srgbClr val="119F33"/>
                </a:solidFill>
                <a:latin typeface="Courier New" pitchFamily="49" charset="0"/>
              </a:rPr>
              <a:t>key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Node </a:t>
            </a:r>
            <a:r>
              <a:rPr lang="en-US" sz="2000" b="1" dirty="0">
                <a:solidFill>
                  <a:srgbClr val="119F33"/>
                </a:solidFill>
                <a:latin typeface="Courier New" pitchFamily="49" charset="0"/>
              </a:rPr>
              <a:t>root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){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while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(root != </a:t>
            </a: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null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    &amp;&amp;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root.key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!= key) {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  if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(key &lt;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root.key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 root =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root.left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else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(key &gt;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root.key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 root =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root.right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}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if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(root == </a:t>
            </a: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null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 </a:t>
            </a: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return null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3333CC"/>
                </a:solidFill>
                <a:latin typeface="Courier New" pitchFamily="49" charset="0"/>
              </a:rPr>
              <a:t> return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root.data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19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60935" y="5425783"/>
            <a:ext cx="54020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solidFill>
                  <a:srgbClr val="0000FF"/>
                </a:solidFill>
                <a:latin typeface="+mn-lt"/>
              </a:rPr>
              <a:t>Worst case </a:t>
            </a:r>
            <a:r>
              <a:rPr lang="en-US" sz="2000" b="0" dirty="0" smtClean="0">
                <a:latin typeface="+mn-lt"/>
              </a:rPr>
              <a:t>running time is </a:t>
            </a:r>
            <a:r>
              <a:rPr lang="en-US" sz="2000" b="0" dirty="0" smtClean="0">
                <a:solidFill>
                  <a:srgbClr val="0000FF"/>
                </a:solidFill>
                <a:latin typeface="+mn-lt"/>
              </a:rPr>
              <a:t>O(n)</a:t>
            </a:r>
            <a:r>
              <a:rPr lang="en-US" sz="2000" b="0" dirty="0" smtClean="0">
                <a:latin typeface="+mn-lt"/>
              </a:rPr>
              <a:t>.</a:t>
            </a:r>
          </a:p>
          <a:p>
            <a:r>
              <a:rPr lang="en-US" sz="2000" dirty="0" smtClean="0"/>
              <a:t>- Happens if the tree is very lopsided (e.g. list)</a:t>
            </a:r>
            <a:endParaRPr lang="en-US" sz="2000" b="0" dirty="0" smtClean="0">
              <a:latin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" name="Ink 1"/>
              <p14:cNvContentPartPr/>
              <p14:nvPr/>
            </p14:nvContentPartPr>
            <p14:xfrm>
              <a:off x="4994280" y="2184120"/>
              <a:ext cx="1711080" cy="1731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91040" y="2179800"/>
                <a:ext cx="1718640" cy="18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645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/>
          <p:cNvSpPr/>
          <p:nvPr/>
        </p:nvSpPr>
        <p:spPr bwMode="auto">
          <a:xfrm>
            <a:off x="7758612" y="4598406"/>
            <a:ext cx="562769" cy="527050"/>
          </a:xfrm>
          <a:prstGeom prst="ellipse">
            <a:avLst/>
          </a:prstGeom>
          <a:solidFill>
            <a:srgbClr val="FF6873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8" name="Oval 27"/>
          <p:cNvSpPr/>
          <p:nvPr/>
        </p:nvSpPr>
        <p:spPr bwMode="auto">
          <a:xfrm>
            <a:off x="5004382" y="3719390"/>
            <a:ext cx="562769" cy="527050"/>
          </a:xfrm>
          <a:prstGeom prst="ellipse">
            <a:avLst/>
          </a:prstGeom>
          <a:solidFill>
            <a:srgbClr val="FF6873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z="3200" dirty="0" smtClean="0"/>
              <a:t>Bonus: Other BST “Finding” Operations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685800" y="1600200"/>
            <a:ext cx="4191000" cy="4495800"/>
          </a:xfrm>
        </p:spPr>
        <p:txBody>
          <a:bodyPr/>
          <a:lstStyle/>
          <a:p>
            <a:endParaRPr lang="en-US" sz="2000" dirty="0" smtClean="0"/>
          </a:p>
          <a:p>
            <a:r>
              <a:rPr lang="en-US" sz="2000" b="1" dirty="0" err="1" smtClean="0">
                <a:solidFill>
                  <a:srgbClr val="000000"/>
                </a:solidFill>
                <a:latin typeface="Courier New" pitchFamily="49" charset="0"/>
              </a:rPr>
              <a:t>FindMin</a:t>
            </a:r>
            <a:r>
              <a:rPr lang="en-US" sz="2000" dirty="0" smtClean="0"/>
              <a:t>: Find </a:t>
            </a:r>
            <a:r>
              <a:rPr lang="en-US" sz="2000" i="1" dirty="0" smtClean="0"/>
              <a:t>minimum</a:t>
            </a:r>
            <a:r>
              <a:rPr lang="en-US" sz="2000" dirty="0" smtClean="0"/>
              <a:t> node</a:t>
            </a:r>
          </a:p>
          <a:p>
            <a:pPr lvl="1"/>
            <a:r>
              <a:rPr lang="en-US" sz="2000" dirty="0" smtClean="0"/>
              <a:t>Left-most node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b="1" dirty="0" err="1" smtClean="0">
                <a:solidFill>
                  <a:srgbClr val="000000"/>
                </a:solidFill>
                <a:latin typeface="Courier New" pitchFamily="49" charset="0"/>
              </a:rPr>
              <a:t>FindMax</a:t>
            </a:r>
            <a:r>
              <a:rPr lang="en-US" sz="2000" dirty="0" smtClean="0"/>
              <a:t>: </a:t>
            </a:r>
            <a:r>
              <a:rPr lang="en-US" sz="2000" dirty="0"/>
              <a:t>Find </a:t>
            </a:r>
            <a:r>
              <a:rPr lang="en-US" sz="2000" i="1" dirty="0" smtClean="0"/>
              <a:t>maximum</a:t>
            </a:r>
            <a:r>
              <a:rPr lang="en-US" sz="2000" dirty="0" smtClean="0"/>
              <a:t> node</a:t>
            </a:r>
          </a:p>
          <a:p>
            <a:pPr lvl="1"/>
            <a:r>
              <a:rPr lang="en-US" sz="2000" dirty="0" smtClean="0"/>
              <a:t>Right-</a:t>
            </a:r>
            <a:r>
              <a:rPr lang="en-US" sz="2000" dirty="0"/>
              <a:t>most node</a:t>
            </a:r>
          </a:p>
          <a:p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</p:txBody>
      </p:sp>
      <p:sp>
        <p:nvSpPr>
          <p:cNvPr id="20484" name="Oval 4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581900" y="3784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20</a:t>
            </a:r>
          </a:p>
        </p:txBody>
      </p:sp>
      <p:sp>
        <p:nvSpPr>
          <p:cNvPr id="20485" name="Oval 5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6040437" y="3784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9</a:t>
            </a:r>
          </a:p>
        </p:txBody>
      </p:sp>
      <p:sp>
        <p:nvSpPr>
          <p:cNvPr id="20486" name="Oval 6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5087937" y="3784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0487" name="Oval 7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7048500" y="2895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20488" name="Oval 8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5507037" y="2895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5</a:t>
            </a:r>
          </a:p>
        </p:txBody>
      </p:sp>
      <p:sp>
        <p:nvSpPr>
          <p:cNvPr id="20489" name="Oval 9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62865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12</a:t>
            </a:r>
          </a:p>
        </p:txBody>
      </p:sp>
      <p:cxnSp>
        <p:nvCxnSpPr>
          <p:cNvPr id="20490" name="AutoShape 10"/>
          <p:cNvCxnSpPr>
            <a:cxnSpLocks noChangeShapeType="1"/>
            <a:stCxn id="20489" idx="3"/>
            <a:endCxn id="20488" idx="0"/>
          </p:cNvCxnSpPr>
          <p:nvPr>
            <p:custDataLst>
              <p:tags r:id="rId9"/>
            </p:custDataLst>
          </p:nvPr>
        </p:nvCxnSpPr>
        <p:spPr bwMode="auto">
          <a:xfrm rot="5400000">
            <a:off x="5801519" y="2354823"/>
            <a:ext cx="436796" cy="64475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491" name="AutoShape 11"/>
          <p:cNvCxnSpPr>
            <a:cxnSpLocks noChangeShapeType="1"/>
            <a:stCxn id="20489" idx="5"/>
            <a:endCxn id="20487" idx="0"/>
          </p:cNvCxnSpPr>
          <p:nvPr>
            <p:custDataLst>
              <p:tags r:id="rId10"/>
            </p:custDataLst>
          </p:nvPr>
        </p:nvCxnSpPr>
        <p:spPr bwMode="auto">
          <a:xfrm rot="16200000" flipH="1">
            <a:off x="6706954" y="2363554"/>
            <a:ext cx="436796" cy="6272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492" name="AutoShape 12"/>
          <p:cNvCxnSpPr>
            <a:cxnSpLocks noChangeShapeType="1"/>
            <a:stCxn id="20487" idx="5"/>
            <a:endCxn id="20484" idx="0"/>
          </p:cNvCxnSpPr>
          <p:nvPr>
            <p:custDataLst>
              <p:tags r:id="rId11"/>
            </p:custDataLst>
          </p:nvPr>
        </p:nvCxnSpPr>
        <p:spPr bwMode="auto">
          <a:xfrm>
            <a:off x="7373938" y="3240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493" name="AutoShape 13"/>
          <p:cNvCxnSpPr>
            <a:cxnSpLocks noChangeShapeType="1"/>
            <a:stCxn id="20488" idx="3"/>
            <a:endCxn id="20486" idx="0"/>
          </p:cNvCxnSpPr>
          <p:nvPr>
            <p:custDataLst>
              <p:tags r:id="rId12"/>
            </p:custDataLst>
          </p:nvPr>
        </p:nvCxnSpPr>
        <p:spPr bwMode="auto">
          <a:xfrm rot="5400000">
            <a:off x="5138737" y="3360504"/>
            <a:ext cx="563796" cy="2843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494" name="AutoShape 14"/>
          <p:cNvCxnSpPr>
            <a:cxnSpLocks noChangeShapeType="1"/>
            <a:stCxn id="20488" idx="5"/>
            <a:endCxn id="20485" idx="0"/>
          </p:cNvCxnSpPr>
          <p:nvPr>
            <p:custDataLst>
              <p:tags r:id="rId13"/>
            </p:custDataLst>
          </p:nvPr>
        </p:nvCxnSpPr>
        <p:spPr bwMode="auto">
          <a:xfrm>
            <a:off x="5832475" y="3240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0495" name="Oval 15"/>
          <p:cNvSpPr>
            <a:spLocks noChangeAspect="1" noChangeArrowheads="1"/>
          </p:cNvSpPr>
          <p:nvPr>
            <p:custDataLst>
              <p:tags r:id="rId14"/>
            </p:custDataLst>
          </p:nvPr>
        </p:nvSpPr>
        <p:spPr bwMode="auto">
          <a:xfrm>
            <a:off x="7848600" y="467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30</a:t>
            </a:r>
          </a:p>
        </p:txBody>
      </p:sp>
      <p:cxnSp>
        <p:nvCxnSpPr>
          <p:cNvPr id="20496" name="AutoShape 16"/>
          <p:cNvCxnSpPr>
            <a:cxnSpLocks noChangeShapeType="1"/>
            <a:stCxn id="20484" idx="5"/>
            <a:endCxn id="20495" idx="0"/>
          </p:cNvCxnSpPr>
          <p:nvPr>
            <p:custDataLst>
              <p:tags r:id="rId15"/>
            </p:custDataLst>
          </p:nvPr>
        </p:nvCxnSpPr>
        <p:spPr bwMode="auto">
          <a:xfrm>
            <a:off x="7907338" y="4129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0497" name="Oval 17"/>
          <p:cNvSpPr>
            <a:spLocks noChangeAspect="1" noChangeArrowheads="1"/>
          </p:cNvSpPr>
          <p:nvPr>
            <p:custDataLst>
              <p:tags r:id="rId16"/>
            </p:custDataLst>
          </p:nvPr>
        </p:nvSpPr>
        <p:spPr bwMode="auto">
          <a:xfrm>
            <a:off x="5773737" y="467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7</a:t>
            </a:r>
          </a:p>
        </p:txBody>
      </p:sp>
      <p:cxnSp>
        <p:nvCxnSpPr>
          <p:cNvPr id="20498" name="AutoShape 18"/>
          <p:cNvCxnSpPr>
            <a:cxnSpLocks noChangeShapeType="1"/>
            <a:stCxn id="20485" idx="3"/>
            <a:endCxn id="20497" idx="0"/>
          </p:cNvCxnSpPr>
          <p:nvPr>
            <p:custDataLst>
              <p:tags r:id="rId17"/>
            </p:custDataLst>
          </p:nvPr>
        </p:nvCxnSpPr>
        <p:spPr bwMode="auto">
          <a:xfrm flipH="1">
            <a:off x="5964237" y="4129088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0499" name="Oval 19"/>
          <p:cNvSpPr>
            <a:spLocks noChangeAspect="1" noChangeArrowheads="1"/>
          </p:cNvSpPr>
          <p:nvPr>
            <p:custDataLst>
              <p:tags r:id="rId18"/>
            </p:custDataLst>
          </p:nvPr>
        </p:nvSpPr>
        <p:spPr bwMode="auto">
          <a:xfrm>
            <a:off x="7315200" y="466566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17</a:t>
            </a:r>
          </a:p>
        </p:txBody>
      </p:sp>
      <p:cxnSp>
        <p:nvCxnSpPr>
          <p:cNvPr id="20500" name="AutoShape 20"/>
          <p:cNvCxnSpPr>
            <a:cxnSpLocks noChangeShapeType="1"/>
            <a:stCxn id="20484" idx="3"/>
            <a:endCxn id="20499" idx="0"/>
          </p:cNvCxnSpPr>
          <p:nvPr>
            <p:custDataLst>
              <p:tags r:id="rId19"/>
            </p:custDataLst>
          </p:nvPr>
        </p:nvCxnSpPr>
        <p:spPr bwMode="auto">
          <a:xfrm flipH="1">
            <a:off x="7505700" y="4129088"/>
            <a:ext cx="131763" cy="517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69333" name="Line 21" hidden="1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 flipV="1">
            <a:off x="3886200" y="4191000"/>
            <a:ext cx="68580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69334" name="Line 22" hidden="1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 flipH="1" flipV="1">
            <a:off x="8382000" y="5334000"/>
            <a:ext cx="76200" cy="685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503" name="Oval 23"/>
          <p:cNvSpPr>
            <a:spLocks noChangeAspect="1" noChangeArrowheads="1"/>
          </p:cNvSpPr>
          <p:nvPr>
            <p:custDataLst>
              <p:tags r:id="rId22"/>
            </p:custDataLst>
          </p:nvPr>
        </p:nvSpPr>
        <p:spPr bwMode="auto">
          <a:xfrm>
            <a:off x="6324600" y="4684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10</a:t>
            </a:r>
          </a:p>
        </p:txBody>
      </p:sp>
      <p:cxnSp>
        <p:nvCxnSpPr>
          <p:cNvPr id="20504" name="AutoShape 24"/>
          <p:cNvCxnSpPr>
            <a:cxnSpLocks noChangeShapeType="1"/>
            <a:endCxn id="20503" idx="0"/>
          </p:cNvCxnSpPr>
          <p:nvPr>
            <p:custDataLst>
              <p:tags r:id="rId23"/>
            </p:custDataLst>
          </p:nvPr>
        </p:nvCxnSpPr>
        <p:spPr bwMode="auto">
          <a:xfrm>
            <a:off x="6383337" y="4140200"/>
            <a:ext cx="1317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A12F5-03B5-4BEE-BF40-7EC1D15EBEE1}" type="slidenum">
              <a:rPr lang="en-US" smtClean="0">
                <a:solidFill>
                  <a:srgbClr val="000000"/>
                </a:solidFill>
              </a:rPr>
              <a:pPr/>
              <a:t>20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12641" y="5334000"/>
            <a:ext cx="3236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solidFill>
                  <a:srgbClr val="FF0000"/>
                </a:solidFill>
                <a:latin typeface="+mn-lt"/>
              </a:rPr>
              <a:t>How would we implement?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" name="Ink 2"/>
              <p14:cNvContentPartPr/>
              <p14:nvPr/>
            </p14:nvContentPartPr>
            <p14:xfrm>
              <a:off x="293760" y="54720"/>
              <a:ext cx="7175880" cy="36316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8360" y="50040"/>
                <a:ext cx="7186320" cy="364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4468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8" grpId="0" animBg="1"/>
      <p:bldP spid="2048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Insert in BST</a:t>
            </a:r>
          </a:p>
        </p:txBody>
      </p:sp>
      <p:sp>
        <p:nvSpPr>
          <p:cNvPr id="21507" name="Oval 3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3657600" y="3073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20</a:t>
            </a:r>
          </a:p>
        </p:txBody>
      </p:sp>
      <p:sp>
        <p:nvSpPr>
          <p:cNvPr id="21508" name="Oval 4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1524000" y="3073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9</a:t>
            </a:r>
          </a:p>
        </p:txBody>
      </p:sp>
      <p:sp>
        <p:nvSpPr>
          <p:cNvPr id="21509" name="Oval 5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457200" y="3073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1510" name="Oval 6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3124200" y="218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21511" name="Oval 7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990600" y="218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5</a:t>
            </a:r>
          </a:p>
        </p:txBody>
      </p:sp>
      <p:sp>
        <p:nvSpPr>
          <p:cNvPr id="21512" name="Oval 8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2057400" y="1295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12</a:t>
            </a:r>
          </a:p>
        </p:txBody>
      </p:sp>
      <p:cxnSp>
        <p:nvCxnSpPr>
          <p:cNvPr id="21513" name="AutoShape 9"/>
          <p:cNvCxnSpPr>
            <a:cxnSpLocks noChangeShapeType="1"/>
            <a:stCxn id="21512" idx="3"/>
            <a:endCxn id="21511" idx="0"/>
          </p:cNvCxnSpPr>
          <p:nvPr>
            <p:custDataLst>
              <p:tags r:id="rId8"/>
            </p:custDataLst>
          </p:nvPr>
        </p:nvCxnSpPr>
        <p:spPr bwMode="auto">
          <a:xfrm flipH="1">
            <a:off x="1181100" y="16398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514" name="AutoShape 10"/>
          <p:cNvCxnSpPr>
            <a:cxnSpLocks noChangeShapeType="1"/>
            <a:stCxn id="21512" idx="5"/>
            <a:endCxn id="21510" idx="0"/>
          </p:cNvCxnSpPr>
          <p:nvPr>
            <p:custDataLst>
              <p:tags r:id="rId9"/>
            </p:custDataLst>
          </p:nvPr>
        </p:nvCxnSpPr>
        <p:spPr bwMode="auto">
          <a:xfrm>
            <a:off x="2382838" y="16398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515" name="AutoShape 11"/>
          <p:cNvCxnSpPr>
            <a:cxnSpLocks noChangeShapeType="1"/>
            <a:stCxn id="21510" idx="5"/>
            <a:endCxn id="21507" idx="0"/>
          </p:cNvCxnSpPr>
          <p:nvPr>
            <p:custDataLst>
              <p:tags r:id="rId10"/>
            </p:custDataLst>
          </p:nvPr>
        </p:nvCxnSpPr>
        <p:spPr bwMode="auto">
          <a:xfrm>
            <a:off x="3449638" y="25288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516" name="AutoShape 12"/>
          <p:cNvCxnSpPr>
            <a:cxnSpLocks noChangeShapeType="1"/>
            <a:stCxn id="21511" idx="3"/>
            <a:endCxn id="21509" idx="0"/>
          </p:cNvCxnSpPr>
          <p:nvPr>
            <p:custDataLst>
              <p:tags r:id="rId11"/>
            </p:custDataLst>
          </p:nvPr>
        </p:nvCxnSpPr>
        <p:spPr bwMode="auto">
          <a:xfrm flipH="1">
            <a:off x="647700" y="25288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517" name="AutoShape 13"/>
          <p:cNvCxnSpPr>
            <a:cxnSpLocks noChangeShapeType="1"/>
            <a:stCxn id="21511" idx="5"/>
            <a:endCxn id="21508" idx="0"/>
          </p:cNvCxnSpPr>
          <p:nvPr>
            <p:custDataLst>
              <p:tags r:id="rId12"/>
            </p:custDataLst>
          </p:nvPr>
        </p:nvCxnSpPr>
        <p:spPr bwMode="auto">
          <a:xfrm>
            <a:off x="1316038" y="25288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1518" name="Oval 14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3924300" y="3962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30</a:t>
            </a:r>
          </a:p>
        </p:txBody>
      </p:sp>
      <p:cxnSp>
        <p:nvCxnSpPr>
          <p:cNvPr id="21519" name="AutoShape 15"/>
          <p:cNvCxnSpPr>
            <a:cxnSpLocks noChangeShapeType="1"/>
            <a:stCxn id="21507" idx="5"/>
            <a:endCxn id="21518" idx="0"/>
          </p:cNvCxnSpPr>
          <p:nvPr>
            <p:custDataLst>
              <p:tags r:id="rId14"/>
            </p:custDataLst>
          </p:nvPr>
        </p:nvCxnSpPr>
        <p:spPr bwMode="auto">
          <a:xfrm>
            <a:off x="3983038" y="34178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1520" name="Oval 16"/>
          <p:cNvSpPr>
            <a:spLocks noChangeAspect="1" noChangeArrowheads="1"/>
          </p:cNvSpPr>
          <p:nvPr>
            <p:custDataLst>
              <p:tags r:id="rId15"/>
            </p:custDataLst>
          </p:nvPr>
        </p:nvSpPr>
        <p:spPr bwMode="auto">
          <a:xfrm>
            <a:off x="1257300" y="3962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7</a:t>
            </a:r>
          </a:p>
        </p:txBody>
      </p:sp>
      <p:cxnSp>
        <p:nvCxnSpPr>
          <p:cNvPr id="21521" name="AutoShape 17"/>
          <p:cNvCxnSpPr>
            <a:cxnSpLocks noChangeShapeType="1"/>
            <a:stCxn id="21508" idx="3"/>
            <a:endCxn id="21520" idx="0"/>
          </p:cNvCxnSpPr>
          <p:nvPr>
            <p:custDataLst>
              <p:tags r:id="rId16"/>
            </p:custDataLst>
          </p:nvPr>
        </p:nvCxnSpPr>
        <p:spPr bwMode="auto">
          <a:xfrm flipH="1">
            <a:off x="1447800" y="3417888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1522" name="Oval 18"/>
          <p:cNvSpPr>
            <a:spLocks noChangeAspect="1" noChangeArrowheads="1"/>
          </p:cNvSpPr>
          <p:nvPr>
            <p:custDataLst>
              <p:tags r:id="rId17"/>
            </p:custDataLst>
          </p:nvPr>
        </p:nvSpPr>
        <p:spPr bwMode="auto">
          <a:xfrm>
            <a:off x="3390900" y="395446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17</a:t>
            </a:r>
          </a:p>
        </p:txBody>
      </p:sp>
      <p:cxnSp>
        <p:nvCxnSpPr>
          <p:cNvPr id="21523" name="AutoShape 19"/>
          <p:cNvCxnSpPr>
            <a:cxnSpLocks noChangeShapeType="1"/>
            <a:stCxn id="21507" idx="3"/>
            <a:endCxn id="21522" idx="0"/>
          </p:cNvCxnSpPr>
          <p:nvPr>
            <p:custDataLst>
              <p:tags r:id="rId18"/>
            </p:custDataLst>
          </p:nvPr>
        </p:nvCxnSpPr>
        <p:spPr bwMode="auto">
          <a:xfrm flipH="1">
            <a:off x="3581400" y="3417888"/>
            <a:ext cx="131763" cy="517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1524" name="Text Box 28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470525" y="1641475"/>
            <a:ext cx="202811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insert(13)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insert(8)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insert(31)</a:t>
            </a:r>
          </a:p>
        </p:txBody>
      </p:sp>
      <p:sp>
        <p:nvSpPr>
          <p:cNvPr id="21525" name="Text Box 29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090460" y="3733800"/>
            <a:ext cx="3657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Arial"/>
              </a:rPr>
              <a:t>(New) insertions happen only at leaves – easy!</a:t>
            </a:r>
          </a:p>
        </p:txBody>
      </p:sp>
      <p:sp>
        <p:nvSpPr>
          <p:cNvPr id="21526" name="Oval 30"/>
          <p:cNvSpPr>
            <a:spLocks noChangeAspect="1" noChangeArrowheads="1"/>
          </p:cNvSpPr>
          <p:nvPr>
            <p:custDataLst>
              <p:tags r:id="rId21"/>
            </p:custDataLst>
          </p:nvPr>
        </p:nvSpPr>
        <p:spPr bwMode="auto">
          <a:xfrm>
            <a:off x="1770063" y="39735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10</a:t>
            </a:r>
          </a:p>
        </p:txBody>
      </p:sp>
      <p:cxnSp>
        <p:nvCxnSpPr>
          <p:cNvPr id="21527" name="AutoShape 31"/>
          <p:cNvCxnSpPr>
            <a:cxnSpLocks noChangeShapeType="1"/>
            <a:endCxn id="21526" idx="0"/>
          </p:cNvCxnSpPr>
          <p:nvPr>
            <p:custDataLst>
              <p:tags r:id="rId22"/>
            </p:custDataLst>
          </p:nvPr>
        </p:nvCxnSpPr>
        <p:spPr bwMode="auto">
          <a:xfrm>
            <a:off x="1828800" y="3429000"/>
            <a:ext cx="1317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7" name="Oval 30"/>
          <p:cNvSpPr>
            <a:spLocks noChangeAspect="1" noChangeArrowheads="1"/>
          </p:cNvSpPr>
          <p:nvPr>
            <p:custDataLst>
              <p:tags r:id="rId23"/>
            </p:custDataLst>
          </p:nvPr>
        </p:nvSpPr>
        <p:spPr bwMode="auto">
          <a:xfrm>
            <a:off x="1447800" y="4876800"/>
            <a:ext cx="381000" cy="381000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FF"/>
                </a:solidFill>
                <a:latin typeface="Times New Roman" pitchFamily="18" charset="0"/>
              </a:rPr>
              <a:t>8</a:t>
            </a:r>
          </a:p>
        </p:txBody>
      </p:sp>
      <p:cxnSp>
        <p:nvCxnSpPr>
          <p:cNvPr id="28" name="AutoShape 31"/>
          <p:cNvCxnSpPr>
            <a:cxnSpLocks noChangeShapeType="1"/>
            <a:endCxn id="27" idx="0"/>
          </p:cNvCxnSpPr>
          <p:nvPr>
            <p:custDataLst>
              <p:tags r:id="rId24"/>
            </p:custDataLst>
          </p:nvPr>
        </p:nvCxnSpPr>
        <p:spPr bwMode="auto">
          <a:xfrm>
            <a:off x="1506538" y="4332288"/>
            <a:ext cx="131762" cy="525462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29" name="Oval 30"/>
          <p:cNvSpPr>
            <a:spLocks noChangeAspect="1" noChangeArrowheads="1"/>
          </p:cNvSpPr>
          <p:nvPr>
            <p:custDataLst>
              <p:tags r:id="rId25"/>
            </p:custDataLst>
          </p:nvPr>
        </p:nvSpPr>
        <p:spPr bwMode="auto">
          <a:xfrm>
            <a:off x="4191000" y="4876800"/>
            <a:ext cx="381000" cy="381000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FF"/>
                </a:solidFill>
                <a:latin typeface="Times New Roman" pitchFamily="18" charset="0"/>
              </a:rPr>
              <a:t>31</a:t>
            </a:r>
          </a:p>
        </p:txBody>
      </p:sp>
      <p:cxnSp>
        <p:nvCxnSpPr>
          <p:cNvPr id="30" name="AutoShape 31"/>
          <p:cNvCxnSpPr>
            <a:cxnSpLocks noChangeShapeType="1"/>
            <a:endCxn id="29" idx="0"/>
          </p:cNvCxnSpPr>
          <p:nvPr>
            <p:custDataLst>
              <p:tags r:id="rId26"/>
            </p:custDataLst>
          </p:nvPr>
        </p:nvCxnSpPr>
        <p:spPr bwMode="auto">
          <a:xfrm>
            <a:off x="4249738" y="4332288"/>
            <a:ext cx="131762" cy="525462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31" name="Oval 18"/>
          <p:cNvSpPr>
            <a:spLocks noChangeAspect="1" noChangeArrowheads="1"/>
          </p:cNvSpPr>
          <p:nvPr>
            <p:custDataLst>
              <p:tags r:id="rId27"/>
            </p:custDataLst>
          </p:nvPr>
        </p:nvSpPr>
        <p:spPr bwMode="auto">
          <a:xfrm>
            <a:off x="2590800" y="3048000"/>
            <a:ext cx="381000" cy="381000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FF"/>
                </a:solidFill>
                <a:latin typeface="Times New Roman" pitchFamily="18" charset="0"/>
              </a:rPr>
              <a:t>13</a:t>
            </a:r>
          </a:p>
        </p:txBody>
      </p:sp>
      <p:cxnSp>
        <p:nvCxnSpPr>
          <p:cNvPr id="32" name="AutoShape 19"/>
          <p:cNvCxnSpPr>
            <a:cxnSpLocks noChangeShapeType="1"/>
            <a:stCxn id="21510" idx="3"/>
            <a:endCxn id="31" idx="0"/>
          </p:cNvCxnSpPr>
          <p:nvPr>
            <p:custDataLst>
              <p:tags r:id="rId28"/>
            </p:custDataLst>
          </p:nvPr>
        </p:nvCxnSpPr>
        <p:spPr bwMode="auto">
          <a:xfrm rot="5400000">
            <a:off x="2711451" y="2579687"/>
            <a:ext cx="538162" cy="398463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34" name="Slide Number Placeholder 3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53341" y="5526513"/>
            <a:ext cx="66906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solidFill>
                  <a:srgbClr val="0000FF"/>
                </a:solidFill>
              </a:rPr>
              <a:t>Again… worst case </a:t>
            </a:r>
            <a:r>
              <a:rPr lang="en-US" sz="2400" b="0" dirty="0" smtClean="0"/>
              <a:t>running</a:t>
            </a:r>
            <a:r>
              <a:rPr lang="en-US" sz="2400" b="0" dirty="0" smtClean="0">
                <a:solidFill>
                  <a:srgbClr val="0000FF"/>
                </a:solidFill>
              </a:rPr>
              <a:t> </a:t>
            </a:r>
            <a:r>
              <a:rPr lang="en-US" sz="2400" b="0" dirty="0" smtClean="0"/>
              <a:t>time is </a:t>
            </a:r>
            <a:r>
              <a:rPr lang="en-US" sz="2400" b="0" dirty="0" smtClean="0">
                <a:solidFill>
                  <a:srgbClr val="0000FF"/>
                </a:solidFill>
              </a:rPr>
              <a:t>O(n)</a:t>
            </a:r>
            <a:r>
              <a:rPr lang="en-US" sz="2400" dirty="0" smtClean="0"/>
              <a:t>, which may happen if the tree is not balanced.</a:t>
            </a:r>
            <a:endParaRPr lang="en-US" sz="2400" b="0" dirty="0" smtClean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" name="Ink 1"/>
              <p14:cNvContentPartPr/>
              <p14:nvPr/>
            </p14:nvContentPartPr>
            <p14:xfrm>
              <a:off x="1261800" y="1082520"/>
              <a:ext cx="4390920" cy="45536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256760" y="1077480"/>
                <a:ext cx="4403160" cy="456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101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1" grpId="0" animBg="1"/>
      <p:bldP spid="3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Deletion in BST</a:t>
            </a:r>
          </a:p>
        </p:txBody>
      </p:sp>
      <p:sp>
        <p:nvSpPr>
          <p:cNvPr id="22531" name="Oval 3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5867400" y="3378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20</a:t>
            </a:r>
          </a:p>
        </p:txBody>
      </p:sp>
      <p:sp>
        <p:nvSpPr>
          <p:cNvPr id="22532" name="Oval 4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3733800" y="3378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9</a:t>
            </a:r>
          </a:p>
        </p:txBody>
      </p:sp>
      <p:sp>
        <p:nvSpPr>
          <p:cNvPr id="22533" name="Oval 5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2667000" y="3378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2534" name="Oval 6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5334000" y="2489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22535" name="Oval 7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3200400" y="2489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5</a:t>
            </a:r>
          </a:p>
        </p:txBody>
      </p:sp>
      <p:sp>
        <p:nvSpPr>
          <p:cNvPr id="22536" name="Oval 8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4267200" y="1600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12</a:t>
            </a:r>
          </a:p>
        </p:txBody>
      </p:sp>
      <p:cxnSp>
        <p:nvCxnSpPr>
          <p:cNvPr id="22537" name="AutoShape 9"/>
          <p:cNvCxnSpPr>
            <a:cxnSpLocks noChangeShapeType="1"/>
            <a:stCxn id="22536" idx="3"/>
            <a:endCxn id="22535" idx="0"/>
          </p:cNvCxnSpPr>
          <p:nvPr>
            <p:custDataLst>
              <p:tags r:id="rId8"/>
            </p:custDataLst>
          </p:nvPr>
        </p:nvCxnSpPr>
        <p:spPr bwMode="auto">
          <a:xfrm flipH="1">
            <a:off x="3390900" y="19446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2538" name="AutoShape 10"/>
          <p:cNvCxnSpPr>
            <a:cxnSpLocks noChangeShapeType="1"/>
            <a:stCxn id="22536" idx="5"/>
            <a:endCxn id="22534" idx="0"/>
          </p:cNvCxnSpPr>
          <p:nvPr>
            <p:custDataLst>
              <p:tags r:id="rId9"/>
            </p:custDataLst>
          </p:nvPr>
        </p:nvCxnSpPr>
        <p:spPr bwMode="auto">
          <a:xfrm>
            <a:off x="4592638" y="19446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2539" name="AutoShape 11"/>
          <p:cNvCxnSpPr>
            <a:cxnSpLocks noChangeShapeType="1"/>
            <a:stCxn id="22534" idx="5"/>
            <a:endCxn id="22531" idx="0"/>
          </p:cNvCxnSpPr>
          <p:nvPr>
            <p:custDataLst>
              <p:tags r:id="rId10"/>
            </p:custDataLst>
          </p:nvPr>
        </p:nvCxnSpPr>
        <p:spPr bwMode="auto">
          <a:xfrm>
            <a:off x="5659438" y="28336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2540" name="AutoShape 12"/>
          <p:cNvCxnSpPr>
            <a:cxnSpLocks noChangeShapeType="1"/>
            <a:stCxn id="22535" idx="3"/>
            <a:endCxn id="22533" idx="0"/>
          </p:cNvCxnSpPr>
          <p:nvPr>
            <p:custDataLst>
              <p:tags r:id="rId11"/>
            </p:custDataLst>
          </p:nvPr>
        </p:nvCxnSpPr>
        <p:spPr bwMode="auto">
          <a:xfrm flipH="1">
            <a:off x="2857500" y="28336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2541" name="AutoShape 13"/>
          <p:cNvCxnSpPr>
            <a:cxnSpLocks noChangeShapeType="1"/>
            <a:stCxn id="22535" idx="5"/>
            <a:endCxn id="22532" idx="0"/>
          </p:cNvCxnSpPr>
          <p:nvPr>
            <p:custDataLst>
              <p:tags r:id="rId12"/>
            </p:custDataLst>
          </p:nvPr>
        </p:nvCxnSpPr>
        <p:spPr bwMode="auto">
          <a:xfrm>
            <a:off x="3525838" y="28336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542" name="Oval 14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6134100" y="4267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30</a:t>
            </a:r>
          </a:p>
        </p:txBody>
      </p:sp>
      <p:cxnSp>
        <p:nvCxnSpPr>
          <p:cNvPr id="22543" name="AutoShape 15"/>
          <p:cNvCxnSpPr>
            <a:cxnSpLocks noChangeShapeType="1"/>
            <a:stCxn id="22531" idx="5"/>
            <a:endCxn id="22542" idx="0"/>
          </p:cNvCxnSpPr>
          <p:nvPr>
            <p:custDataLst>
              <p:tags r:id="rId14"/>
            </p:custDataLst>
          </p:nvPr>
        </p:nvCxnSpPr>
        <p:spPr bwMode="auto">
          <a:xfrm>
            <a:off x="6192838" y="37226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544" name="Oval 16"/>
          <p:cNvSpPr>
            <a:spLocks noChangeAspect="1" noChangeArrowheads="1"/>
          </p:cNvSpPr>
          <p:nvPr>
            <p:custDataLst>
              <p:tags r:id="rId15"/>
            </p:custDataLst>
          </p:nvPr>
        </p:nvSpPr>
        <p:spPr bwMode="auto">
          <a:xfrm>
            <a:off x="3467100" y="4267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7</a:t>
            </a:r>
          </a:p>
        </p:txBody>
      </p:sp>
      <p:cxnSp>
        <p:nvCxnSpPr>
          <p:cNvPr id="22545" name="AutoShape 17"/>
          <p:cNvCxnSpPr>
            <a:cxnSpLocks noChangeShapeType="1"/>
            <a:stCxn id="22532" idx="3"/>
            <a:endCxn id="22544" idx="0"/>
          </p:cNvCxnSpPr>
          <p:nvPr>
            <p:custDataLst>
              <p:tags r:id="rId16"/>
            </p:custDataLst>
          </p:nvPr>
        </p:nvCxnSpPr>
        <p:spPr bwMode="auto">
          <a:xfrm flipH="1">
            <a:off x="3657600" y="3722688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546" name="Oval 18"/>
          <p:cNvSpPr>
            <a:spLocks noChangeAspect="1" noChangeArrowheads="1"/>
          </p:cNvSpPr>
          <p:nvPr>
            <p:custDataLst>
              <p:tags r:id="rId17"/>
            </p:custDataLst>
          </p:nvPr>
        </p:nvSpPr>
        <p:spPr bwMode="auto">
          <a:xfrm>
            <a:off x="5600700" y="425926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17</a:t>
            </a:r>
          </a:p>
        </p:txBody>
      </p:sp>
      <p:cxnSp>
        <p:nvCxnSpPr>
          <p:cNvPr id="22547" name="AutoShape 19"/>
          <p:cNvCxnSpPr>
            <a:cxnSpLocks noChangeShapeType="1"/>
            <a:stCxn id="22531" idx="3"/>
            <a:endCxn id="22546" idx="0"/>
          </p:cNvCxnSpPr>
          <p:nvPr>
            <p:custDataLst>
              <p:tags r:id="rId18"/>
            </p:custDataLst>
          </p:nvPr>
        </p:nvCxnSpPr>
        <p:spPr bwMode="auto">
          <a:xfrm flipH="1">
            <a:off x="5791200" y="3722688"/>
            <a:ext cx="131763" cy="517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548" name="Text Box 20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1109925" y="5105400"/>
            <a:ext cx="63145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3333CC"/>
                </a:solidFill>
                <a:latin typeface="Arial"/>
              </a:rPr>
              <a:t>Why might deletion be harder than insertion?</a:t>
            </a:r>
          </a:p>
        </p:txBody>
      </p:sp>
      <p:sp>
        <p:nvSpPr>
          <p:cNvPr id="22549" name="Oval 22"/>
          <p:cNvSpPr>
            <a:spLocks noChangeAspect="1" noChangeArrowheads="1"/>
          </p:cNvSpPr>
          <p:nvPr>
            <p:custDataLst>
              <p:tags r:id="rId20"/>
            </p:custDataLst>
          </p:nvPr>
        </p:nvSpPr>
        <p:spPr bwMode="auto">
          <a:xfrm>
            <a:off x="3979863" y="42783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10</a:t>
            </a:r>
          </a:p>
        </p:txBody>
      </p:sp>
      <p:cxnSp>
        <p:nvCxnSpPr>
          <p:cNvPr id="22550" name="AutoShape 23"/>
          <p:cNvCxnSpPr>
            <a:cxnSpLocks noChangeShapeType="1"/>
            <a:endCxn id="22549" idx="0"/>
          </p:cNvCxnSpPr>
          <p:nvPr>
            <p:custDataLst>
              <p:tags r:id="rId21"/>
            </p:custDataLst>
          </p:nvPr>
        </p:nvCxnSpPr>
        <p:spPr bwMode="auto">
          <a:xfrm>
            <a:off x="4038600" y="3733800"/>
            <a:ext cx="1317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" name="Slide Number Placeholder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88140" y="5584816"/>
            <a:ext cx="72546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Removing an item </a:t>
            </a:r>
            <a:r>
              <a:rPr lang="en-US" sz="2400" dirty="0" smtClean="0"/>
              <a:t>may disrupt </a:t>
            </a:r>
            <a:r>
              <a:rPr lang="en-US" sz="2400" dirty="0"/>
              <a:t>the tree </a:t>
            </a:r>
            <a:r>
              <a:rPr lang="en-US" sz="2400" dirty="0" smtClean="0"/>
              <a:t>structure!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3438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533400"/>
            <a:ext cx="7772400" cy="685800"/>
          </a:xfrm>
        </p:spPr>
        <p:txBody>
          <a:bodyPr/>
          <a:lstStyle/>
          <a:p>
            <a:r>
              <a:rPr lang="en-US" dirty="0" smtClean="0"/>
              <a:t>Deletion in BST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711200" y="1390650"/>
            <a:ext cx="7772400" cy="3333750"/>
          </a:xfrm>
        </p:spPr>
        <p:txBody>
          <a:bodyPr/>
          <a:lstStyle/>
          <a:p>
            <a:r>
              <a:rPr lang="en-US" dirty="0" smtClean="0"/>
              <a:t>Basic idea: </a:t>
            </a: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find</a:t>
            </a:r>
            <a:r>
              <a:rPr lang="en-US" dirty="0" smtClean="0"/>
              <a:t> the node to be removed, then </a:t>
            </a:r>
            <a:br>
              <a:rPr lang="en-US" dirty="0" smtClean="0"/>
            </a:br>
            <a:r>
              <a:rPr lang="en-US" dirty="0" smtClean="0"/>
              <a:t>“fix” the tree so that it is still a binary search tree</a:t>
            </a:r>
          </a:p>
          <a:p>
            <a:endParaRPr lang="en-US" dirty="0" smtClean="0"/>
          </a:p>
          <a:p>
            <a:r>
              <a:rPr lang="en-US" dirty="0" smtClean="0"/>
              <a:t>Three potential cases to fix:</a:t>
            </a:r>
          </a:p>
          <a:p>
            <a:pPr lvl="1"/>
            <a:r>
              <a:rPr lang="en-US" dirty="0"/>
              <a:t>N</a:t>
            </a:r>
            <a:r>
              <a:rPr lang="en-US" dirty="0" smtClean="0"/>
              <a:t>ode has no children (</a:t>
            </a:r>
            <a:r>
              <a:rPr lang="en-US" dirty="0" smtClean="0">
                <a:solidFill>
                  <a:srgbClr val="0000FF"/>
                </a:solidFill>
              </a:rPr>
              <a:t>leaf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Node has </a:t>
            </a:r>
            <a:r>
              <a:rPr lang="en-US" dirty="0" smtClean="0">
                <a:solidFill>
                  <a:srgbClr val="0000FF"/>
                </a:solidFill>
              </a:rPr>
              <a:t>one child</a:t>
            </a:r>
          </a:p>
          <a:p>
            <a:pPr lvl="1"/>
            <a:r>
              <a:rPr lang="en-US" dirty="0" smtClean="0"/>
              <a:t>Node has </a:t>
            </a:r>
            <a:r>
              <a:rPr lang="en-US" dirty="0" smtClean="0">
                <a:solidFill>
                  <a:srgbClr val="0000FF"/>
                </a:solidFill>
              </a:rPr>
              <a:t>two children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23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787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bldLvl="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304800"/>
            <a:ext cx="8153400" cy="1143000"/>
          </a:xfrm>
        </p:spPr>
        <p:txBody>
          <a:bodyPr/>
          <a:lstStyle/>
          <a:p>
            <a:r>
              <a:rPr lang="en-US" dirty="0" smtClean="0"/>
              <a:t>Deletion – The Leaf Case</a:t>
            </a:r>
          </a:p>
        </p:txBody>
      </p:sp>
      <p:sp>
        <p:nvSpPr>
          <p:cNvPr id="24579" name="Oval 3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6019800" y="3683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20</a:t>
            </a:r>
          </a:p>
        </p:txBody>
      </p:sp>
      <p:sp>
        <p:nvSpPr>
          <p:cNvPr id="24580" name="Oval 4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3886200" y="3683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9</a:t>
            </a:r>
          </a:p>
        </p:txBody>
      </p:sp>
      <p:sp>
        <p:nvSpPr>
          <p:cNvPr id="24581" name="Oval 5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2819400" y="3683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4582" name="Oval 6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5486400" y="2794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24583" name="Oval 7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3352800" y="2794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5</a:t>
            </a:r>
          </a:p>
        </p:txBody>
      </p:sp>
      <p:sp>
        <p:nvSpPr>
          <p:cNvPr id="24584" name="Oval 8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4419600" y="190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12</a:t>
            </a:r>
          </a:p>
        </p:txBody>
      </p:sp>
      <p:cxnSp>
        <p:nvCxnSpPr>
          <p:cNvPr id="24585" name="AutoShape 9"/>
          <p:cNvCxnSpPr>
            <a:cxnSpLocks noChangeShapeType="1"/>
            <a:stCxn id="24584" idx="3"/>
            <a:endCxn id="24583" idx="0"/>
          </p:cNvCxnSpPr>
          <p:nvPr>
            <p:custDataLst>
              <p:tags r:id="rId8"/>
            </p:custDataLst>
          </p:nvPr>
        </p:nvCxnSpPr>
        <p:spPr bwMode="auto">
          <a:xfrm flipH="1">
            <a:off x="3543300" y="22494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4586" name="AutoShape 10"/>
          <p:cNvCxnSpPr>
            <a:cxnSpLocks noChangeShapeType="1"/>
            <a:stCxn id="24584" idx="5"/>
            <a:endCxn id="24582" idx="0"/>
          </p:cNvCxnSpPr>
          <p:nvPr>
            <p:custDataLst>
              <p:tags r:id="rId9"/>
            </p:custDataLst>
          </p:nvPr>
        </p:nvCxnSpPr>
        <p:spPr bwMode="auto">
          <a:xfrm>
            <a:off x="4745038" y="22494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4587" name="AutoShape 11"/>
          <p:cNvCxnSpPr>
            <a:cxnSpLocks noChangeShapeType="1"/>
            <a:stCxn id="24582" idx="5"/>
            <a:endCxn id="24579" idx="0"/>
          </p:cNvCxnSpPr>
          <p:nvPr>
            <p:custDataLst>
              <p:tags r:id="rId10"/>
            </p:custDataLst>
          </p:nvPr>
        </p:nvCxnSpPr>
        <p:spPr bwMode="auto">
          <a:xfrm>
            <a:off x="5811838" y="31384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4588" name="AutoShape 12"/>
          <p:cNvCxnSpPr>
            <a:cxnSpLocks noChangeShapeType="1"/>
            <a:stCxn id="24583" idx="3"/>
            <a:endCxn id="24581" idx="0"/>
          </p:cNvCxnSpPr>
          <p:nvPr>
            <p:custDataLst>
              <p:tags r:id="rId11"/>
            </p:custDataLst>
          </p:nvPr>
        </p:nvCxnSpPr>
        <p:spPr bwMode="auto">
          <a:xfrm flipH="1">
            <a:off x="3009900" y="31384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4589" name="AutoShape 13"/>
          <p:cNvCxnSpPr>
            <a:cxnSpLocks noChangeShapeType="1"/>
            <a:stCxn id="24583" idx="5"/>
            <a:endCxn id="24580" idx="0"/>
          </p:cNvCxnSpPr>
          <p:nvPr>
            <p:custDataLst>
              <p:tags r:id="rId12"/>
            </p:custDataLst>
          </p:nvPr>
        </p:nvCxnSpPr>
        <p:spPr bwMode="auto">
          <a:xfrm>
            <a:off x="3678238" y="31384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590" name="Oval 14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6286500" y="4572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30</a:t>
            </a:r>
          </a:p>
        </p:txBody>
      </p:sp>
      <p:cxnSp>
        <p:nvCxnSpPr>
          <p:cNvPr id="24591" name="AutoShape 15"/>
          <p:cNvCxnSpPr>
            <a:cxnSpLocks noChangeShapeType="1"/>
            <a:stCxn id="24579" idx="5"/>
            <a:endCxn id="24590" idx="0"/>
          </p:cNvCxnSpPr>
          <p:nvPr>
            <p:custDataLst>
              <p:tags r:id="rId14"/>
            </p:custDataLst>
          </p:nvPr>
        </p:nvCxnSpPr>
        <p:spPr bwMode="auto">
          <a:xfrm>
            <a:off x="6345238" y="40274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592" name="Oval 16"/>
          <p:cNvSpPr>
            <a:spLocks noChangeAspect="1" noChangeArrowheads="1"/>
          </p:cNvSpPr>
          <p:nvPr>
            <p:custDataLst>
              <p:tags r:id="rId15"/>
            </p:custDataLst>
          </p:nvPr>
        </p:nvSpPr>
        <p:spPr bwMode="auto">
          <a:xfrm>
            <a:off x="3619500" y="4572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7</a:t>
            </a:r>
          </a:p>
        </p:txBody>
      </p:sp>
      <p:cxnSp>
        <p:nvCxnSpPr>
          <p:cNvPr id="24593" name="AutoShape 17"/>
          <p:cNvCxnSpPr>
            <a:cxnSpLocks noChangeShapeType="1"/>
            <a:stCxn id="24580" idx="3"/>
            <a:endCxn id="24592" idx="0"/>
          </p:cNvCxnSpPr>
          <p:nvPr>
            <p:custDataLst>
              <p:tags r:id="rId16"/>
            </p:custDataLst>
          </p:nvPr>
        </p:nvCxnSpPr>
        <p:spPr bwMode="auto">
          <a:xfrm flipH="1">
            <a:off x="3810000" y="4027488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594" name="Oval 18"/>
          <p:cNvSpPr>
            <a:spLocks noChangeAspect="1" noChangeArrowheads="1"/>
          </p:cNvSpPr>
          <p:nvPr>
            <p:custDataLst>
              <p:tags r:id="rId17"/>
            </p:custDataLst>
          </p:nvPr>
        </p:nvSpPr>
        <p:spPr bwMode="auto">
          <a:xfrm>
            <a:off x="5753100" y="4564063"/>
            <a:ext cx="381000" cy="381000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FF"/>
                </a:solidFill>
                <a:latin typeface="Times New Roman" pitchFamily="18" charset="0"/>
              </a:rPr>
              <a:t>17</a:t>
            </a:r>
          </a:p>
        </p:txBody>
      </p:sp>
      <p:cxnSp>
        <p:nvCxnSpPr>
          <p:cNvPr id="24595" name="AutoShape 19"/>
          <p:cNvCxnSpPr>
            <a:cxnSpLocks noChangeShapeType="1"/>
            <a:stCxn id="24579" idx="3"/>
            <a:endCxn id="24594" idx="0"/>
          </p:cNvCxnSpPr>
          <p:nvPr>
            <p:custDataLst>
              <p:tags r:id="rId18"/>
            </p:custDataLst>
          </p:nvPr>
        </p:nvCxnSpPr>
        <p:spPr bwMode="auto">
          <a:xfrm flipH="1">
            <a:off x="5943600" y="4027488"/>
            <a:ext cx="131763" cy="517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596" name="Text Box 20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952500" y="1905000"/>
            <a:ext cx="20281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delete(17)</a:t>
            </a:r>
          </a:p>
        </p:txBody>
      </p:sp>
      <p:sp>
        <p:nvSpPr>
          <p:cNvPr id="24597" name="Oval 22"/>
          <p:cNvSpPr>
            <a:spLocks noChangeAspect="1" noChangeArrowheads="1"/>
          </p:cNvSpPr>
          <p:nvPr>
            <p:custDataLst>
              <p:tags r:id="rId20"/>
            </p:custDataLst>
          </p:nvPr>
        </p:nvSpPr>
        <p:spPr bwMode="auto">
          <a:xfrm>
            <a:off x="4132263" y="45831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10</a:t>
            </a:r>
          </a:p>
        </p:txBody>
      </p:sp>
      <p:cxnSp>
        <p:nvCxnSpPr>
          <p:cNvPr id="24598" name="AutoShape 23"/>
          <p:cNvCxnSpPr>
            <a:cxnSpLocks noChangeShapeType="1"/>
            <a:endCxn id="24597" idx="0"/>
          </p:cNvCxnSpPr>
          <p:nvPr>
            <p:custDataLst>
              <p:tags r:id="rId21"/>
            </p:custDataLst>
          </p:nvPr>
        </p:nvCxnSpPr>
        <p:spPr bwMode="auto">
          <a:xfrm>
            <a:off x="4191000" y="4038600"/>
            <a:ext cx="1317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" name="Slide Number Placeholder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24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04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dirty="0" smtClean="0"/>
              <a:t>Deletion – The One Child Case</a:t>
            </a:r>
          </a:p>
        </p:txBody>
      </p:sp>
      <p:sp>
        <p:nvSpPr>
          <p:cNvPr id="25603" name="Oval 3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6019800" y="3683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20</a:t>
            </a:r>
          </a:p>
        </p:txBody>
      </p:sp>
      <p:sp>
        <p:nvSpPr>
          <p:cNvPr id="25604" name="Oval 4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3886200" y="3683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9</a:t>
            </a:r>
          </a:p>
        </p:txBody>
      </p:sp>
      <p:sp>
        <p:nvSpPr>
          <p:cNvPr id="25605" name="Oval 5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2819400" y="3683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5606" name="Oval 6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5399814" y="2707420"/>
            <a:ext cx="381000" cy="381000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FF"/>
                </a:solidFill>
                <a:latin typeface="Times New Roman" pitchFamily="18" charset="0"/>
              </a:rPr>
              <a:t>15</a:t>
            </a:r>
          </a:p>
        </p:txBody>
      </p:sp>
      <p:sp>
        <p:nvSpPr>
          <p:cNvPr id="25607" name="Oval 7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3352800" y="2794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5</a:t>
            </a:r>
          </a:p>
        </p:txBody>
      </p:sp>
      <p:sp>
        <p:nvSpPr>
          <p:cNvPr id="25608" name="Oval 8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4419600" y="190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12</a:t>
            </a:r>
          </a:p>
        </p:txBody>
      </p:sp>
      <p:cxnSp>
        <p:nvCxnSpPr>
          <p:cNvPr id="25609" name="AutoShape 9"/>
          <p:cNvCxnSpPr>
            <a:cxnSpLocks noChangeShapeType="1"/>
            <a:stCxn id="25608" idx="3"/>
            <a:endCxn id="25607" idx="0"/>
          </p:cNvCxnSpPr>
          <p:nvPr>
            <p:custDataLst>
              <p:tags r:id="rId8"/>
            </p:custDataLst>
          </p:nvPr>
        </p:nvCxnSpPr>
        <p:spPr bwMode="auto">
          <a:xfrm flipH="1">
            <a:off x="3543300" y="22494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610" name="AutoShape 10"/>
          <p:cNvCxnSpPr>
            <a:cxnSpLocks noChangeShapeType="1"/>
            <a:stCxn id="25608" idx="5"/>
            <a:endCxn id="25606" idx="0"/>
          </p:cNvCxnSpPr>
          <p:nvPr>
            <p:custDataLst>
              <p:tags r:id="rId9"/>
            </p:custDataLst>
          </p:nvPr>
        </p:nvCxnSpPr>
        <p:spPr bwMode="auto">
          <a:xfrm>
            <a:off x="4744804" y="2230204"/>
            <a:ext cx="845510" cy="47721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611" name="AutoShape 11"/>
          <p:cNvCxnSpPr>
            <a:cxnSpLocks noChangeShapeType="1"/>
            <a:stCxn id="25606" idx="5"/>
            <a:endCxn id="25603" idx="0"/>
          </p:cNvCxnSpPr>
          <p:nvPr>
            <p:custDataLst>
              <p:tags r:id="rId10"/>
            </p:custDataLst>
          </p:nvPr>
        </p:nvCxnSpPr>
        <p:spPr bwMode="auto">
          <a:xfrm>
            <a:off x="5725018" y="3032624"/>
            <a:ext cx="485282" cy="65037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612" name="AutoShape 12"/>
          <p:cNvCxnSpPr>
            <a:cxnSpLocks noChangeShapeType="1"/>
            <a:stCxn id="25607" idx="3"/>
            <a:endCxn id="25605" idx="0"/>
          </p:cNvCxnSpPr>
          <p:nvPr>
            <p:custDataLst>
              <p:tags r:id="rId11"/>
            </p:custDataLst>
          </p:nvPr>
        </p:nvCxnSpPr>
        <p:spPr bwMode="auto">
          <a:xfrm flipH="1">
            <a:off x="3009900" y="31384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613" name="AutoShape 13"/>
          <p:cNvCxnSpPr>
            <a:cxnSpLocks noChangeShapeType="1"/>
            <a:stCxn id="25607" idx="5"/>
            <a:endCxn id="25604" idx="0"/>
          </p:cNvCxnSpPr>
          <p:nvPr>
            <p:custDataLst>
              <p:tags r:id="rId12"/>
            </p:custDataLst>
          </p:nvPr>
        </p:nvCxnSpPr>
        <p:spPr bwMode="auto">
          <a:xfrm>
            <a:off x="3678238" y="31384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5614" name="Oval 14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6286500" y="4572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30</a:t>
            </a:r>
          </a:p>
        </p:txBody>
      </p:sp>
      <p:cxnSp>
        <p:nvCxnSpPr>
          <p:cNvPr id="25615" name="AutoShape 15"/>
          <p:cNvCxnSpPr>
            <a:cxnSpLocks noChangeShapeType="1"/>
            <a:stCxn id="25603" idx="5"/>
            <a:endCxn id="25614" idx="0"/>
          </p:cNvCxnSpPr>
          <p:nvPr>
            <p:custDataLst>
              <p:tags r:id="rId14"/>
            </p:custDataLst>
          </p:nvPr>
        </p:nvCxnSpPr>
        <p:spPr bwMode="auto">
          <a:xfrm>
            <a:off x="6345238" y="40274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5616" name="Oval 16"/>
          <p:cNvSpPr>
            <a:spLocks noChangeAspect="1" noChangeArrowheads="1"/>
          </p:cNvSpPr>
          <p:nvPr>
            <p:custDataLst>
              <p:tags r:id="rId15"/>
            </p:custDataLst>
          </p:nvPr>
        </p:nvSpPr>
        <p:spPr bwMode="auto">
          <a:xfrm>
            <a:off x="3619500" y="4572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7</a:t>
            </a:r>
          </a:p>
        </p:txBody>
      </p:sp>
      <p:cxnSp>
        <p:nvCxnSpPr>
          <p:cNvPr id="25617" name="AutoShape 17"/>
          <p:cNvCxnSpPr>
            <a:cxnSpLocks noChangeShapeType="1"/>
            <a:stCxn id="25604" idx="3"/>
            <a:endCxn id="25616" idx="0"/>
          </p:cNvCxnSpPr>
          <p:nvPr>
            <p:custDataLst>
              <p:tags r:id="rId16"/>
            </p:custDataLst>
          </p:nvPr>
        </p:nvCxnSpPr>
        <p:spPr bwMode="auto">
          <a:xfrm flipH="1">
            <a:off x="3810000" y="4027488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5619" name="Oval 20"/>
          <p:cNvSpPr>
            <a:spLocks noChangeAspect="1" noChangeArrowheads="1"/>
          </p:cNvSpPr>
          <p:nvPr>
            <p:custDataLst>
              <p:tags r:id="rId17"/>
            </p:custDataLst>
          </p:nvPr>
        </p:nvSpPr>
        <p:spPr bwMode="auto">
          <a:xfrm>
            <a:off x="4132263" y="45831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10</a:t>
            </a:r>
          </a:p>
        </p:txBody>
      </p:sp>
      <p:cxnSp>
        <p:nvCxnSpPr>
          <p:cNvPr id="25620" name="AutoShape 21"/>
          <p:cNvCxnSpPr>
            <a:cxnSpLocks noChangeShapeType="1"/>
            <a:endCxn id="25619" idx="0"/>
          </p:cNvCxnSpPr>
          <p:nvPr>
            <p:custDataLst>
              <p:tags r:id="rId18"/>
            </p:custDataLst>
          </p:nvPr>
        </p:nvCxnSpPr>
        <p:spPr bwMode="auto">
          <a:xfrm>
            <a:off x="4191000" y="4038600"/>
            <a:ext cx="1317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25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4" name="Text Box 20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952500" y="1905000"/>
            <a:ext cx="20281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delete(15)</a:t>
            </a:r>
          </a:p>
        </p:txBody>
      </p:sp>
    </p:spTree>
    <p:extLst>
      <p:ext uri="{BB962C8B-B14F-4D97-AF65-F5344CB8AC3E}">
        <p14:creationId xmlns:p14="http://schemas.microsoft.com/office/powerpoint/2010/main" val="62344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dirty="0" smtClean="0"/>
              <a:t>Deletion – The One Child Case</a:t>
            </a:r>
          </a:p>
        </p:txBody>
      </p:sp>
      <p:sp>
        <p:nvSpPr>
          <p:cNvPr id="25603" name="Oval 3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6019800" y="3683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20</a:t>
            </a:r>
          </a:p>
        </p:txBody>
      </p:sp>
      <p:sp>
        <p:nvSpPr>
          <p:cNvPr id="25604" name="Oval 4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3886200" y="3683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9</a:t>
            </a:r>
          </a:p>
        </p:txBody>
      </p:sp>
      <p:sp>
        <p:nvSpPr>
          <p:cNvPr id="25605" name="Oval 5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2819400" y="3683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5607" name="Oval 7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3352800" y="2794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5</a:t>
            </a:r>
          </a:p>
        </p:txBody>
      </p:sp>
      <p:sp>
        <p:nvSpPr>
          <p:cNvPr id="25608" name="Oval 8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4419600" y="190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12</a:t>
            </a:r>
          </a:p>
        </p:txBody>
      </p:sp>
      <p:cxnSp>
        <p:nvCxnSpPr>
          <p:cNvPr id="25609" name="AutoShape 9"/>
          <p:cNvCxnSpPr>
            <a:cxnSpLocks noChangeShapeType="1"/>
            <a:stCxn id="25608" idx="3"/>
            <a:endCxn id="25607" idx="0"/>
          </p:cNvCxnSpPr>
          <p:nvPr>
            <p:custDataLst>
              <p:tags r:id="rId7"/>
            </p:custDataLst>
          </p:nvPr>
        </p:nvCxnSpPr>
        <p:spPr bwMode="auto">
          <a:xfrm flipH="1">
            <a:off x="3543300" y="22494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612" name="AutoShape 12"/>
          <p:cNvCxnSpPr>
            <a:cxnSpLocks noChangeShapeType="1"/>
            <a:stCxn id="25607" idx="3"/>
            <a:endCxn id="25605" idx="0"/>
          </p:cNvCxnSpPr>
          <p:nvPr>
            <p:custDataLst>
              <p:tags r:id="rId8"/>
            </p:custDataLst>
          </p:nvPr>
        </p:nvCxnSpPr>
        <p:spPr bwMode="auto">
          <a:xfrm flipH="1">
            <a:off x="3009900" y="31384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613" name="AutoShape 13"/>
          <p:cNvCxnSpPr>
            <a:cxnSpLocks noChangeShapeType="1"/>
            <a:stCxn id="25607" idx="5"/>
            <a:endCxn id="25604" idx="0"/>
          </p:cNvCxnSpPr>
          <p:nvPr>
            <p:custDataLst>
              <p:tags r:id="rId9"/>
            </p:custDataLst>
          </p:nvPr>
        </p:nvCxnSpPr>
        <p:spPr bwMode="auto">
          <a:xfrm>
            <a:off x="3678238" y="31384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5614" name="Oval 14"/>
          <p:cNvSpPr>
            <a:spLocks noChangeAspect="1" noChangeArrowheads="1"/>
          </p:cNvSpPr>
          <p:nvPr>
            <p:custDataLst>
              <p:tags r:id="rId10"/>
            </p:custDataLst>
          </p:nvPr>
        </p:nvSpPr>
        <p:spPr bwMode="auto">
          <a:xfrm>
            <a:off x="6286500" y="4572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30</a:t>
            </a:r>
          </a:p>
        </p:txBody>
      </p:sp>
      <p:cxnSp>
        <p:nvCxnSpPr>
          <p:cNvPr id="25615" name="AutoShape 15"/>
          <p:cNvCxnSpPr>
            <a:cxnSpLocks noChangeShapeType="1"/>
            <a:stCxn id="25603" idx="5"/>
            <a:endCxn id="25614" idx="0"/>
          </p:cNvCxnSpPr>
          <p:nvPr>
            <p:custDataLst>
              <p:tags r:id="rId11"/>
            </p:custDataLst>
          </p:nvPr>
        </p:nvCxnSpPr>
        <p:spPr bwMode="auto">
          <a:xfrm>
            <a:off x="6345238" y="40274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5616" name="Oval 16"/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3619500" y="4572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7</a:t>
            </a:r>
          </a:p>
        </p:txBody>
      </p:sp>
      <p:cxnSp>
        <p:nvCxnSpPr>
          <p:cNvPr id="25617" name="AutoShape 17"/>
          <p:cNvCxnSpPr>
            <a:cxnSpLocks noChangeShapeType="1"/>
            <a:stCxn id="25604" idx="3"/>
            <a:endCxn id="25616" idx="0"/>
          </p:cNvCxnSpPr>
          <p:nvPr>
            <p:custDataLst>
              <p:tags r:id="rId13"/>
            </p:custDataLst>
          </p:nvPr>
        </p:nvCxnSpPr>
        <p:spPr bwMode="auto">
          <a:xfrm flipH="1">
            <a:off x="3810000" y="4027488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5619" name="Oval 20"/>
          <p:cNvSpPr>
            <a:spLocks noChangeAspect="1" noChangeArrowheads="1"/>
          </p:cNvSpPr>
          <p:nvPr>
            <p:custDataLst>
              <p:tags r:id="rId14"/>
            </p:custDataLst>
          </p:nvPr>
        </p:nvSpPr>
        <p:spPr bwMode="auto">
          <a:xfrm>
            <a:off x="4132263" y="45831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10</a:t>
            </a:r>
          </a:p>
        </p:txBody>
      </p:sp>
      <p:cxnSp>
        <p:nvCxnSpPr>
          <p:cNvPr id="25620" name="AutoShape 21"/>
          <p:cNvCxnSpPr>
            <a:cxnSpLocks noChangeShapeType="1"/>
            <a:endCxn id="25619" idx="0"/>
          </p:cNvCxnSpPr>
          <p:nvPr>
            <p:custDataLst>
              <p:tags r:id="rId15"/>
            </p:custDataLst>
          </p:nvPr>
        </p:nvCxnSpPr>
        <p:spPr bwMode="auto">
          <a:xfrm>
            <a:off x="4191000" y="4038600"/>
            <a:ext cx="1317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4" name="Text Box 20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952500" y="1905000"/>
            <a:ext cx="20281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delete(15)</a:t>
            </a:r>
          </a:p>
        </p:txBody>
      </p:sp>
      <p:cxnSp>
        <p:nvCxnSpPr>
          <p:cNvPr id="25" name="AutoShape 9"/>
          <p:cNvCxnSpPr>
            <a:cxnSpLocks noChangeShapeType="1"/>
            <a:stCxn id="25608" idx="5"/>
            <a:endCxn id="25603" idx="1"/>
          </p:cNvCxnSpPr>
          <p:nvPr>
            <p:custDataLst>
              <p:tags r:id="rId17"/>
            </p:custDataLst>
          </p:nvPr>
        </p:nvCxnSpPr>
        <p:spPr bwMode="auto">
          <a:xfrm>
            <a:off x="4744804" y="2230204"/>
            <a:ext cx="1330792" cy="1508592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5980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/>
          <p:cNvSpPr/>
          <p:nvPr/>
        </p:nvSpPr>
        <p:spPr bwMode="auto">
          <a:xfrm>
            <a:off x="3528615" y="4047953"/>
            <a:ext cx="562769" cy="527050"/>
          </a:xfrm>
          <a:prstGeom prst="ellipse">
            <a:avLst/>
          </a:prstGeom>
          <a:solidFill>
            <a:srgbClr val="FF6873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0" name="Oval 29"/>
          <p:cNvSpPr/>
          <p:nvPr/>
        </p:nvSpPr>
        <p:spPr bwMode="auto">
          <a:xfrm>
            <a:off x="2995922" y="4056170"/>
            <a:ext cx="562769" cy="527050"/>
          </a:xfrm>
          <a:prstGeom prst="ellipse">
            <a:avLst/>
          </a:prstGeom>
          <a:solidFill>
            <a:srgbClr val="FF6873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6626" name="Rectangle 1026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dirty="0" smtClean="0"/>
              <a:t>Deletion – The Two Child Case</a:t>
            </a:r>
          </a:p>
        </p:txBody>
      </p:sp>
      <p:sp>
        <p:nvSpPr>
          <p:cNvPr id="26627" name="Oval 1027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6019800" y="3225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30</a:t>
            </a:r>
          </a:p>
        </p:txBody>
      </p:sp>
      <p:sp>
        <p:nvSpPr>
          <p:cNvPr id="26628" name="Oval 1028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3886200" y="3225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9</a:t>
            </a:r>
          </a:p>
        </p:txBody>
      </p:sp>
      <p:sp>
        <p:nvSpPr>
          <p:cNvPr id="26629" name="Oval 1029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2732814" y="3225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6630" name="Oval 1030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5486400" y="2336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20</a:t>
            </a:r>
          </a:p>
        </p:txBody>
      </p:sp>
      <p:sp>
        <p:nvSpPr>
          <p:cNvPr id="26631" name="Oval 1031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3352800" y="2336800"/>
            <a:ext cx="381000" cy="381000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FF"/>
                </a:solidFill>
                <a:latin typeface="Times New Roman" pitchFamily="18" charset="0"/>
              </a:rPr>
              <a:t>5</a:t>
            </a:r>
          </a:p>
        </p:txBody>
      </p:sp>
      <p:sp>
        <p:nvSpPr>
          <p:cNvPr id="26632" name="Oval 1032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4419600" y="1447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12</a:t>
            </a:r>
          </a:p>
        </p:txBody>
      </p:sp>
      <p:cxnSp>
        <p:nvCxnSpPr>
          <p:cNvPr id="26633" name="AutoShape 1033"/>
          <p:cNvCxnSpPr>
            <a:cxnSpLocks noChangeShapeType="1"/>
            <a:stCxn id="26632" idx="3"/>
            <a:endCxn id="26631" idx="0"/>
          </p:cNvCxnSpPr>
          <p:nvPr>
            <p:custDataLst>
              <p:tags r:id="rId8"/>
            </p:custDataLst>
          </p:nvPr>
        </p:nvCxnSpPr>
        <p:spPr bwMode="auto">
          <a:xfrm flipH="1">
            <a:off x="3543300" y="17922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634" name="AutoShape 1034"/>
          <p:cNvCxnSpPr>
            <a:cxnSpLocks noChangeShapeType="1"/>
            <a:stCxn id="26632" idx="5"/>
            <a:endCxn id="26630" idx="0"/>
          </p:cNvCxnSpPr>
          <p:nvPr>
            <p:custDataLst>
              <p:tags r:id="rId9"/>
            </p:custDataLst>
          </p:nvPr>
        </p:nvCxnSpPr>
        <p:spPr bwMode="auto">
          <a:xfrm>
            <a:off x="4745038" y="17922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635" name="AutoShape 1035"/>
          <p:cNvCxnSpPr>
            <a:cxnSpLocks noChangeShapeType="1"/>
            <a:stCxn id="26630" idx="5"/>
            <a:endCxn id="26627" idx="0"/>
          </p:cNvCxnSpPr>
          <p:nvPr>
            <p:custDataLst>
              <p:tags r:id="rId10"/>
            </p:custDataLst>
          </p:nvPr>
        </p:nvCxnSpPr>
        <p:spPr bwMode="auto">
          <a:xfrm>
            <a:off x="5811838" y="26812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636" name="AutoShape 1036"/>
          <p:cNvCxnSpPr>
            <a:cxnSpLocks noChangeShapeType="1"/>
            <a:stCxn id="26631" idx="3"/>
            <a:endCxn id="26629" idx="0"/>
          </p:cNvCxnSpPr>
          <p:nvPr>
            <p:custDataLst>
              <p:tags r:id="rId11"/>
            </p:custDataLst>
          </p:nvPr>
        </p:nvCxnSpPr>
        <p:spPr bwMode="auto">
          <a:xfrm flipH="1">
            <a:off x="2923314" y="2662004"/>
            <a:ext cx="485282" cy="5637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637" name="AutoShape 1037"/>
          <p:cNvCxnSpPr>
            <a:cxnSpLocks noChangeShapeType="1"/>
            <a:stCxn id="26631" idx="5"/>
            <a:endCxn id="26628" idx="0"/>
          </p:cNvCxnSpPr>
          <p:nvPr>
            <p:custDataLst>
              <p:tags r:id="rId12"/>
            </p:custDataLst>
          </p:nvPr>
        </p:nvCxnSpPr>
        <p:spPr bwMode="auto">
          <a:xfrm>
            <a:off x="3678238" y="26812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6638" name="Oval 1038"/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3619500" y="4114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7</a:t>
            </a:r>
          </a:p>
        </p:txBody>
      </p:sp>
      <p:cxnSp>
        <p:nvCxnSpPr>
          <p:cNvPr id="26639" name="AutoShape 1039"/>
          <p:cNvCxnSpPr>
            <a:cxnSpLocks noChangeShapeType="1"/>
            <a:stCxn id="26628" idx="3"/>
            <a:endCxn id="26638" idx="0"/>
          </p:cNvCxnSpPr>
          <p:nvPr>
            <p:custDataLst>
              <p:tags r:id="rId14"/>
            </p:custDataLst>
          </p:nvPr>
        </p:nvCxnSpPr>
        <p:spPr bwMode="auto">
          <a:xfrm flipH="1">
            <a:off x="3810000" y="3570288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6641" name="Text Box 1042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29979" y="5482622"/>
            <a:ext cx="412164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Arial"/>
              </a:rPr>
              <a:t>What can we replace </a:t>
            </a:r>
            <a:r>
              <a:rPr lang="en-US" sz="2400" dirty="0">
                <a:solidFill>
                  <a:srgbClr val="0000FF"/>
                </a:solidFill>
                <a:latin typeface="Arial"/>
              </a:rPr>
              <a:t>5 </a:t>
            </a:r>
            <a:r>
              <a:rPr lang="en-US" sz="2400" dirty="0">
                <a:solidFill>
                  <a:srgbClr val="000000"/>
                </a:solidFill>
                <a:latin typeface="Arial"/>
              </a:rPr>
              <a:t>with?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81619" name="AutoShape 1043" hidden="1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638800" y="4191000"/>
            <a:ext cx="3276600" cy="137160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000000"/>
                </a:solidFill>
                <a:latin typeface="Times New Roman" pitchFamily="18" charset="0"/>
              </a:rPr>
              <a:t>A value guaranteed to be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000000"/>
                </a:solidFill>
                <a:latin typeface="Times New Roman" pitchFamily="18" charset="0"/>
              </a:rPr>
              <a:t>between the two subtrees!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2000" b="1" i="1">
                <a:solidFill>
                  <a:srgbClr val="000000"/>
                </a:solidFill>
                <a:latin typeface="Times New Roman" pitchFamily="18" charset="0"/>
              </a:rPr>
              <a:t>  succ</a:t>
            </a:r>
            <a:r>
              <a:rPr lang="en-US" sz="2000" b="1">
                <a:solidFill>
                  <a:srgbClr val="000000"/>
                </a:solidFill>
                <a:latin typeface="Times New Roman" pitchFamily="18" charset="0"/>
              </a:rPr>
              <a:t> from right subtree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i="1">
                <a:solidFill>
                  <a:srgbClr val="000000"/>
                </a:solidFill>
                <a:latin typeface="Times New Roman" pitchFamily="18" charset="0"/>
              </a:rPr>
              <a:t>-  pred</a:t>
            </a:r>
            <a:r>
              <a:rPr lang="en-US" sz="2000" b="1">
                <a:solidFill>
                  <a:srgbClr val="000000"/>
                </a:solidFill>
                <a:latin typeface="Times New Roman" pitchFamily="18" charset="0"/>
              </a:rPr>
              <a:t> from left subtree</a:t>
            </a:r>
          </a:p>
        </p:txBody>
      </p:sp>
      <p:sp>
        <p:nvSpPr>
          <p:cNvPr id="26643" name="Oval 1045"/>
          <p:cNvSpPr>
            <a:spLocks noChangeAspect="1" noChangeArrowheads="1"/>
          </p:cNvSpPr>
          <p:nvPr>
            <p:custDataLst>
              <p:tags r:id="rId17"/>
            </p:custDataLst>
          </p:nvPr>
        </p:nvSpPr>
        <p:spPr bwMode="auto">
          <a:xfrm>
            <a:off x="4132263" y="41259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10</a:t>
            </a:r>
          </a:p>
        </p:txBody>
      </p:sp>
      <p:cxnSp>
        <p:nvCxnSpPr>
          <p:cNvPr id="26644" name="AutoShape 1046"/>
          <p:cNvCxnSpPr>
            <a:cxnSpLocks noChangeShapeType="1"/>
            <a:endCxn id="26643" idx="0"/>
          </p:cNvCxnSpPr>
          <p:nvPr>
            <p:custDataLst>
              <p:tags r:id="rId18"/>
            </p:custDataLst>
          </p:nvPr>
        </p:nvCxnSpPr>
        <p:spPr bwMode="auto">
          <a:xfrm>
            <a:off x="4191000" y="3581400"/>
            <a:ext cx="1317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27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4" name="Text Box 20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838200" y="1905000"/>
            <a:ext cx="18437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delete(5)</a:t>
            </a:r>
          </a:p>
        </p:txBody>
      </p:sp>
      <p:sp>
        <p:nvSpPr>
          <p:cNvPr id="25" name="Oval 1029"/>
          <p:cNvSpPr>
            <a:spLocks noChangeAspect="1" noChangeArrowheads="1"/>
          </p:cNvSpPr>
          <p:nvPr>
            <p:custDataLst>
              <p:tags r:id="rId20"/>
            </p:custDataLst>
          </p:nvPr>
        </p:nvSpPr>
        <p:spPr bwMode="auto">
          <a:xfrm>
            <a:off x="3086807" y="4114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4</a:t>
            </a:r>
          </a:p>
        </p:txBody>
      </p:sp>
      <p:cxnSp>
        <p:nvCxnSpPr>
          <p:cNvPr id="26" name="AutoShape 1036"/>
          <p:cNvCxnSpPr>
            <a:cxnSpLocks noChangeShapeType="1"/>
            <a:stCxn id="26629" idx="5"/>
            <a:endCxn id="25" idx="0"/>
          </p:cNvCxnSpPr>
          <p:nvPr>
            <p:custDataLst>
              <p:tags r:id="rId21"/>
            </p:custDataLst>
          </p:nvPr>
        </p:nvCxnSpPr>
        <p:spPr bwMode="auto">
          <a:xfrm>
            <a:off x="3058018" y="3551004"/>
            <a:ext cx="219289" cy="5637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" name="TextBox 1"/>
          <p:cNvSpPr txBox="1"/>
          <p:nvPr/>
        </p:nvSpPr>
        <p:spPr>
          <a:xfrm>
            <a:off x="1503206" y="4330255"/>
            <a:ext cx="1492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>
                <a:latin typeface="+mn-lt"/>
              </a:rPr>
              <a:t>largest value</a:t>
            </a:r>
          </a:p>
          <a:p>
            <a:r>
              <a:rPr lang="en-US" dirty="0" smtClean="0"/>
              <a:t>on its left</a:t>
            </a:r>
            <a:endParaRPr lang="en-US" b="0" dirty="0" smtClean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09999" y="4415089"/>
            <a:ext cx="1646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>
                <a:latin typeface="+mn-lt"/>
              </a:rPr>
              <a:t>smallest value</a:t>
            </a:r>
          </a:p>
          <a:p>
            <a:r>
              <a:rPr lang="en-US" dirty="0" smtClean="0"/>
              <a:t>on its right</a:t>
            </a:r>
            <a:endParaRPr lang="en-US" b="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435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 animBg="1"/>
      <p:bldP spid="2816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dirty="0" smtClean="0"/>
              <a:t>Deletion – The Two Child Case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09601" y="1600200"/>
            <a:ext cx="8005408" cy="44958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 smtClean="0"/>
              <a:t>Idea: Replace the deleted node with a value guaranteed to be between the two child </a:t>
            </a:r>
            <a:r>
              <a:rPr lang="en-US" dirty="0" err="1" smtClean="0"/>
              <a:t>subtrees</a:t>
            </a:r>
            <a:endParaRPr lang="en-US" dirty="0" smtClean="0"/>
          </a:p>
          <a:p>
            <a:pPr>
              <a:buFontTx/>
              <a:buNone/>
            </a:pPr>
            <a:endParaRPr lang="en-US" dirty="0" smtClean="0"/>
          </a:p>
          <a:p>
            <a:pPr>
              <a:buFontTx/>
              <a:buNone/>
            </a:pPr>
            <a:r>
              <a:rPr lang="en-US" dirty="0" smtClean="0"/>
              <a:t>Options:</a:t>
            </a:r>
          </a:p>
          <a:p>
            <a:r>
              <a:rPr lang="en-US" i="1" dirty="0" smtClean="0">
                <a:solidFill>
                  <a:srgbClr val="FF0000"/>
                </a:solidFill>
              </a:rPr>
              <a:t>successor</a:t>
            </a:r>
            <a:r>
              <a:rPr lang="en-US" dirty="0" smtClean="0"/>
              <a:t>  	minimum node from right subtree				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findMin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node.right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 the text does this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i="1" dirty="0" smtClean="0"/>
              <a:t>predecessor</a:t>
            </a:r>
            <a:r>
              <a:rPr lang="en-US" dirty="0" smtClean="0"/>
              <a:t> 	 maximum node from left </a:t>
            </a:r>
            <a:r>
              <a:rPr lang="en-US" dirty="0" err="1" smtClean="0"/>
              <a:t>subtree</a:t>
            </a:r>
            <a:r>
              <a:rPr lang="en-US" dirty="0" smtClean="0"/>
              <a:t>   				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findMax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node.left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FontTx/>
              <a:buNone/>
            </a:pPr>
            <a:endParaRPr lang="en-US" dirty="0" smtClean="0"/>
          </a:p>
          <a:p>
            <a:pPr>
              <a:buFontTx/>
              <a:buNone/>
            </a:pPr>
            <a:r>
              <a:rPr lang="en-US" dirty="0" smtClean="0"/>
              <a:t>Now delete the original node containing </a:t>
            </a:r>
            <a:r>
              <a:rPr lang="en-US" i="1" dirty="0" smtClean="0"/>
              <a:t>successor</a:t>
            </a:r>
            <a:r>
              <a:rPr lang="en-US" dirty="0" smtClean="0"/>
              <a:t> or </a:t>
            </a:r>
            <a:r>
              <a:rPr lang="en-US" i="1" dirty="0" smtClean="0"/>
              <a:t>predecessor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28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163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ultiply 40"/>
          <p:cNvSpPr/>
          <p:nvPr/>
        </p:nvSpPr>
        <p:spPr bwMode="auto">
          <a:xfrm>
            <a:off x="5493635" y="2063534"/>
            <a:ext cx="863932" cy="952400"/>
          </a:xfrm>
          <a:prstGeom prst="mathMultiply">
            <a:avLst>
              <a:gd name="adj1" fmla="val 8487"/>
            </a:avLst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 bwMode="auto">
          <a:xfrm>
            <a:off x="6107827" y="4035410"/>
            <a:ext cx="562769" cy="527050"/>
          </a:xfrm>
          <a:prstGeom prst="ellipse">
            <a:avLst/>
          </a:prstGeom>
          <a:solidFill>
            <a:srgbClr val="FF6873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 bwMode="auto">
          <a:xfrm>
            <a:off x="5479204" y="4027310"/>
            <a:ext cx="562769" cy="527050"/>
          </a:xfrm>
          <a:prstGeom prst="ellipse">
            <a:avLst/>
          </a:prstGeom>
          <a:solidFill>
            <a:srgbClr val="FFFF0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Deletion: The Two Child Case (example)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29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Oval 1027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6423868" y="3225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30</a:t>
            </a:r>
          </a:p>
        </p:txBody>
      </p:sp>
      <p:sp>
        <p:nvSpPr>
          <p:cNvPr id="8" name="Oval 1028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3886200" y="3225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9</a:t>
            </a:r>
          </a:p>
        </p:txBody>
      </p:sp>
      <p:sp>
        <p:nvSpPr>
          <p:cNvPr id="9" name="Oval 1029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2819400" y="3225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0" name="Oval 1030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5731727" y="2336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23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" name="Oval 1031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3352800" y="2336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latin typeface="Times New Roman" pitchFamily="18" charset="0"/>
              </a:rPr>
              <a:t>5</a:t>
            </a:r>
          </a:p>
        </p:txBody>
      </p:sp>
      <p:sp>
        <p:nvSpPr>
          <p:cNvPr id="12" name="Oval 1032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4419600" y="1447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12</a:t>
            </a:r>
          </a:p>
        </p:txBody>
      </p:sp>
      <p:cxnSp>
        <p:nvCxnSpPr>
          <p:cNvPr id="13" name="AutoShape 1033"/>
          <p:cNvCxnSpPr>
            <a:cxnSpLocks noChangeShapeType="1"/>
            <a:stCxn id="12" idx="3"/>
            <a:endCxn id="11" idx="0"/>
          </p:cNvCxnSpPr>
          <p:nvPr>
            <p:custDataLst>
              <p:tags r:id="rId7"/>
            </p:custDataLst>
          </p:nvPr>
        </p:nvCxnSpPr>
        <p:spPr bwMode="auto">
          <a:xfrm flipH="1">
            <a:off x="3543300" y="17922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" name="AutoShape 1034"/>
          <p:cNvCxnSpPr>
            <a:cxnSpLocks noChangeShapeType="1"/>
            <a:stCxn id="12" idx="5"/>
            <a:endCxn id="10" idx="0"/>
          </p:cNvCxnSpPr>
          <p:nvPr>
            <p:custDataLst>
              <p:tags r:id="rId8"/>
            </p:custDataLst>
          </p:nvPr>
        </p:nvCxnSpPr>
        <p:spPr bwMode="auto">
          <a:xfrm>
            <a:off x="4744804" y="1773004"/>
            <a:ext cx="1177423" cy="5637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5" name="AutoShape 1035"/>
          <p:cNvCxnSpPr>
            <a:cxnSpLocks noChangeShapeType="1"/>
            <a:stCxn id="10" idx="5"/>
            <a:endCxn id="7" idx="0"/>
          </p:cNvCxnSpPr>
          <p:nvPr>
            <p:custDataLst>
              <p:tags r:id="rId9"/>
            </p:custDataLst>
          </p:nvPr>
        </p:nvCxnSpPr>
        <p:spPr bwMode="auto">
          <a:xfrm>
            <a:off x="6056931" y="2662004"/>
            <a:ext cx="557437" cy="5637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AutoShape 1036"/>
          <p:cNvCxnSpPr>
            <a:cxnSpLocks noChangeShapeType="1"/>
            <a:stCxn id="11" idx="3"/>
            <a:endCxn id="9" idx="0"/>
          </p:cNvCxnSpPr>
          <p:nvPr>
            <p:custDataLst>
              <p:tags r:id="rId10"/>
            </p:custDataLst>
          </p:nvPr>
        </p:nvCxnSpPr>
        <p:spPr bwMode="auto">
          <a:xfrm flipH="1">
            <a:off x="3009900" y="26812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" name="AutoShape 1037"/>
          <p:cNvCxnSpPr>
            <a:cxnSpLocks noChangeShapeType="1"/>
            <a:stCxn id="11" idx="5"/>
            <a:endCxn id="8" idx="0"/>
          </p:cNvCxnSpPr>
          <p:nvPr>
            <p:custDataLst>
              <p:tags r:id="rId11"/>
            </p:custDataLst>
          </p:nvPr>
        </p:nvCxnSpPr>
        <p:spPr bwMode="auto">
          <a:xfrm>
            <a:off x="3678238" y="26812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" name="Oval 1038"/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3619500" y="4114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7</a:t>
            </a:r>
          </a:p>
        </p:txBody>
      </p:sp>
      <p:cxnSp>
        <p:nvCxnSpPr>
          <p:cNvPr id="19" name="AutoShape 1039"/>
          <p:cNvCxnSpPr>
            <a:cxnSpLocks noChangeShapeType="1"/>
            <a:stCxn id="8" idx="3"/>
            <a:endCxn id="18" idx="0"/>
          </p:cNvCxnSpPr>
          <p:nvPr>
            <p:custDataLst>
              <p:tags r:id="rId13"/>
            </p:custDataLst>
          </p:nvPr>
        </p:nvCxnSpPr>
        <p:spPr bwMode="auto">
          <a:xfrm flipH="1">
            <a:off x="3810000" y="3570288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0" name="Oval 1045"/>
          <p:cNvSpPr>
            <a:spLocks noChangeAspect="1" noChangeArrowheads="1"/>
          </p:cNvSpPr>
          <p:nvPr>
            <p:custDataLst>
              <p:tags r:id="rId14"/>
            </p:custDataLst>
          </p:nvPr>
        </p:nvSpPr>
        <p:spPr bwMode="auto">
          <a:xfrm>
            <a:off x="4132263" y="41259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10</a:t>
            </a:r>
          </a:p>
        </p:txBody>
      </p:sp>
      <p:cxnSp>
        <p:nvCxnSpPr>
          <p:cNvPr id="21" name="AutoShape 1046"/>
          <p:cNvCxnSpPr>
            <a:cxnSpLocks noChangeShapeType="1"/>
            <a:endCxn id="20" idx="0"/>
          </p:cNvCxnSpPr>
          <p:nvPr>
            <p:custDataLst>
              <p:tags r:id="rId15"/>
            </p:custDataLst>
          </p:nvPr>
        </p:nvCxnSpPr>
        <p:spPr bwMode="auto">
          <a:xfrm>
            <a:off x="4191000" y="3581400"/>
            <a:ext cx="1317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" name="Oval 1030"/>
          <p:cNvSpPr>
            <a:spLocks noChangeAspect="1" noChangeArrowheads="1"/>
          </p:cNvSpPr>
          <p:nvPr>
            <p:custDataLst>
              <p:tags r:id="rId16"/>
            </p:custDataLst>
          </p:nvPr>
        </p:nvSpPr>
        <p:spPr bwMode="auto">
          <a:xfrm>
            <a:off x="5234732" y="323956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18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cxnSp>
        <p:nvCxnSpPr>
          <p:cNvPr id="27" name="AutoShape 1036"/>
          <p:cNvCxnSpPr>
            <a:cxnSpLocks noChangeShapeType="1"/>
          </p:cNvCxnSpPr>
          <p:nvPr>
            <p:custDataLst>
              <p:tags r:id="rId17"/>
            </p:custDataLst>
          </p:nvPr>
        </p:nvCxnSpPr>
        <p:spPr bwMode="auto">
          <a:xfrm flipH="1">
            <a:off x="5424924" y="2717800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8" name="Oval 1030"/>
          <p:cNvSpPr>
            <a:spLocks noChangeAspect="1" noChangeArrowheads="1"/>
          </p:cNvSpPr>
          <p:nvPr>
            <p:custDataLst>
              <p:tags r:id="rId18"/>
            </p:custDataLst>
          </p:nvPr>
        </p:nvSpPr>
        <p:spPr bwMode="auto">
          <a:xfrm>
            <a:off x="5574965" y="409575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19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9" name="Oval 1030"/>
          <p:cNvSpPr>
            <a:spLocks noChangeAspect="1" noChangeArrowheads="1"/>
          </p:cNvSpPr>
          <p:nvPr>
            <p:custDataLst>
              <p:tags r:id="rId19"/>
            </p:custDataLst>
          </p:nvPr>
        </p:nvSpPr>
        <p:spPr bwMode="auto">
          <a:xfrm>
            <a:off x="5008224" y="411831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15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" name="Oval 1030"/>
          <p:cNvSpPr>
            <a:spLocks noChangeAspect="1" noChangeArrowheads="1"/>
          </p:cNvSpPr>
          <p:nvPr>
            <p:custDataLst>
              <p:tags r:id="rId20"/>
            </p:custDataLst>
          </p:nvPr>
        </p:nvSpPr>
        <p:spPr bwMode="auto">
          <a:xfrm>
            <a:off x="6780828" y="407499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32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3" name="Oval 1030"/>
          <p:cNvSpPr>
            <a:spLocks noChangeAspect="1" noChangeArrowheads="1"/>
          </p:cNvSpPr>
          <p:nvPr>
            <p:custDataLst>
              <p:tags r:id="rId21"/>
            </p:custDataLst>
          </p:nvPr>
        </p:nvSpPr>
        <p:spPr bwMode="auto">
          <a:xfrm>
            <a:off x="6214087" y="409755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25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cxnSp>
        <p:nvCxnSpPr>
          <p:cNvPr id="34" name="AutoShape 1046"/>
          <p:cNvCxnSpPr>
            <a:cxnSpLocks noChangeShapeType="1"/>
            <a:stCxn id="22" idx="5"/>
          </p:cNvCxnSpPr>
          <p:nvPr>
            <p:custDataLst>
              <p:tags r:id="rId22"/>
            </p:custDataLst>
          </p:nvPr>
        </p:nvCxnSpPr>
        <p:spPr bwMode="auto">
          <a:xfrm>
            <a:off x="5559936" y="3564764"/>
            <a:ext cx="171791" cy="53279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5" name="AutoShape 1046"/>
          <p:cNvCxnSpPr>
            <a:cxnSpLocks noChangeShapeType="1"/>
          </p:cNvCxnSpPr>
          <p:nvPr>
            <p:custDataLst>
              <p:tags r:id="rId23"/>
            </p:custDataLst>
          </p:nvPr>
        </p:nvCxnSpPr>
        <p:spPr bwMode="auto">
          <a:xfrm>
            <a:off x="6714946" y="3572095"/>
            <a:ext cx="1317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7" name="AutoShape 1039"/>
          <p:cNvCxnSpPr>
            <a:cxnSpLocks noChangeShapeType="1"/>
          </p:cNvCxnSpPr>
          <p:nvPr>
            <p:custDataLst>
              <p:tags r:id="rId24"/>
            </p:custDataLst>
          </p:nvPr>
        </p:nvCxnSpPr>
        <p:spPr bwMode="auto">
          <a:xfrm flipH="1">
            <a:off x="5168850" y="3592856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" name="AutoShape 1039"/>
          <p:cNvCxnSpPr>
            <a:cxnSpLocks noChangeShapeType="1"/>
          </p:cNvCxnSpPr>
          <p:nvPr>
            <p:custDataLst>
              <p:tags r:id="rId25"/>
            </p:custDataLst>
          </p:nvPr>
        </p:nvCxnSpPr>
        <p:spPr bwMode="auto">
          <a:xfrm flipH="1">
            <a:off x="6357986" y="3592856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6" name="Text Box 20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838200" y="1905000"/>
            <a:ext cx="20316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24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elete(23)</a:t>
            </a:r>
            <a:endParaRPr lang="en-US" sz="24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6613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0" grpId="0" animBg="1"/>
      <p:bldP spid="3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ultiply 40"/>
          <p:cNvSpPr/>
          <p:nvPr/>
        </p:nvSpPr>
        <p:spPr bwMode="auto">
          <a:xfrm>
            <a:off x="5493635" y="2063534"/>
            <a:ext cx="863932" cy="952400"/>
          </a:xfrm>
          <a:prstGeom prst="mathMultiply">
            <a:avLst>
              <a:gd name="adj1" fmla="val 8487"/>
            </a:avLst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 bwMode="auto">
          <a:xfrm>
            <a:off x="6142482" y="4041775"/>
            <a:ext cx="562769" cy="527050"/>
          </a:xfrm>
          <a:prstGeom prst="ellipse">
            <a:avLst/>
          </a:prstGeom>
          <a:solidFill>
            <a:srgbClr val="FF6873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Deletion: The Two Child Case (example)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30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Oval 1027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6423868" y="3225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30</a:t>
            </a:r>
          </a:p>
        </p:txBody>
      </p:sp>
      <p:sp>
        <p:nvSpPr>
          <p:cNvPr id="8" name="Oval 1028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3886200" y="3225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9</a:t>
            </a:r>
          </a:p>
        </p:txBody>
      </p:sp>
      <p:sp>
        <p:nvSpPr>
          <p:cNvPr id="9" name="Oval 1029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2819400" y="3225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0" name="Oval 1030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5731727" y="2336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23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" name="Oval 1031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3352800" y="2336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latin typeface="Times New Roman" pitchFamily="18" charset="0"/>
              </a:rPr>
              <a:t>5</a:t>
            </a:r>
          </a:p>
        </p:txBody>
      </p:sp>
      <p:sp>
        <p:nvSpPr>
          <p:cNvPr id="12" name="Oval 1032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4419600" y="1447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12</a:t>
            </a:r>
          </a:p>
        </p:txBody>
      </p:sp>
      <p:cxnSp>
        <p:nvCxnSpPr>
          <p:cNvPr id="13" name="AutoShape 1033"/>
          <p:cNvCxnSpPr>
            <a:cxnSpLocks noChangeShapeType="1"/>
            <a:stCxn id="12" idx="3"/>
            <a:endCxn id="11" idx="0"/>
          </p:cNvCxnSpPr>
          <p:nvPr>
            <p:custDataLst>
              <p:tags r:id="rId7"/>
            </p:custDataLst>
          </p:nvPr>
        </p:nvCxnSpPr>
        <p:spPr bwMode="auto">
          <a:xfrm flipH="1">
            <a:off x="3543300" y="17922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" name="AutoShape 1034"/>
          <p:cNvCxnSpPr>
            <a:cxnSpLocks noChangeShapeType="1"/>
            <a:stCxn id="12" idx="5"/>
            <a:endCxn id="10" idx="0"/>
          </p:cNvCxnSpPr>
          <p:nvPr>
            <p:custDataLst>
              <p:tags r:id="rId8"/>
            </p:custDataLst>
          </p:nvPr>
        </p:nvCxnSpPr>
        <p:spPr bwMode="auto">
          <a:xfrm>
            <a:off x="4744804" y="1773004"/>
            <a:ext cx="1177423" cy="5637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5" name="AutoShape 1035"/>
          <p:cNvCxnSpPr>
            <a:cxnSpLocks noChangeShapeType="1"/>
            <a:stCxn id="10" idx="5"/>
            <a:endCxn id="7" idx="0"/>
          </p:cNvCxnSpPr>
          <p:nvPr>
            <p:custDataLst>
              <p:tags r:id="rId9"/>
            </p:custDataLst>
          </p:nvPr>
        </p:nvCxnSpPr>
        <p:spPr bwMode="auto">
          <a:xfrm>
            <a:off x="6056931" y="2662004"/>
            <a:ext cx="557437" cy="5637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AutoShape 1036"/>
          <p:cNvCxnSpPr>
            <a:cxnSpLocks noChangeShapeType="1"/>
            <a:stCxn id="11" idx="3"/>
            <a:endCxn id="9" idx="0"/>
          </p:cNvCxnSpPr>
          <p:nvPr>
            <p:custDataLst>
              <p:tags r:id="rId10"/>
            </p:custDataLst>
          </p:nvPr>
        </p:nvCxnSpPr>
        <p:spPr bwMode="auto">
          <a:xfrm flipH="1">
            <a:off x="3009900" y="26812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" name="AutoShape 1037"/>
          <p:cNvCxnSpPr>
            <a:cxnSpLocks noChangeShapeType="1"/>
            <a:stCxn id="11" idx="5"/>
            <a:endCxn id="8" idx="0"/>
          </p:cNvCxnSpPr>
          <p:nvPr>
            <p:custDataLst>
              <p:tags r:id="rId11"/>
            </p:custDataLst>
          </p:nvPr>
        </p:nvCxnSpPr>
        <p:spPr bwMode="auto">
          <a:xfrm>
            <a:off x="3678238" y="26812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" name="Oval 1038"/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3619500" y="4114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7</a:t>
            </a:r>
          </a:p>
        </p:txBody>
      </p:sp>
      <p:cxnSp>
        <p:nvCxnSpPr>
          <p:cNvPr id="19" name="AutoShape 1039"/>
          <p:cNvCxnSpPr>
            <a:cxnSpLocks noChangeShapeType="1"/>
            <a:stCxn id="8" idx="3"/>
            <a:endCxn id="18" idx="0"/>
          </p:cNvCxnSpPr>
          <p:nvPr>
            <p:custDataLst>
              <p:tags r:id="rId13"/>
            </p:custDataLst>
          </p:nvPr>
        </p:nvCxnSpPr>
        <p:spPr bwMode="auto">
          <a:xfrm flipH="1">
            <a:off x="3810000" y="3570288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0" name="Oval 1045"/>
          <p:cNvSpPr>
            <a:spLocks noChangeAspect="1" noChangeArrowheads="1"/>
          </p:cNvSpPr>
          <p:nvPr>
            <p:custDataLst>
              <p:tags r:id="rId14"/>
            </p:custDataLst>
          </p:nvPr>
        </p:nvSpPr>
        <p:spPr bwMode="auto">
          <a:xfrm>
            <a:off x="4132263" y="41259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10</a:t>
            </a:r>
          </a:p>
        </p:txBody>
      </p:sp>
      <p:cxnSp>
        <p:nvCxnSpPr>
          <p:cNvPr id="21" name="AutoShape 1046"/>
          <p:cNvCxnSpPr>
            <a:cxnSpLocks noChangeShapeType="1"/>
            <a:endCxn id="20" idx="0"/>
          </p:cNvCxnSpPr>
          <p:nvPr>
            <p:custDataLst>
              <p:tags r:id="rId15"/>
            </p:custDataLst>
          </p:nvPr>
        </p:nvCxnSpPr>
        <p:spPr bwMode="auto">
          <a:xfrm>
            <a:off x="4191000" y="3581400"/>
            <a:ext cx="1317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" name="Oval 1030"/>
          <p:cNvSpPr>
            <a:spLocks noChangeAspect="1" noChangeArrowheads="1"/>
          </p:cNvSpPr>
          <p:nvPr>
            <p:custDataLst>
              <p:tags r:id="rId16"/>
            </p:custDataLst>
          </p:nvPr>
        </p:nvSpPr>
        <p:spPr bwMode="auto">
          <a:xfrm>
            <a:off x="5234732" y="323956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18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cxnSp>
        <p:nvCxnSpPr>
          <p:cNvPr id="27" name="AutoShape 1036"/>
          <p:cNvCxnSpPr>
            <a:cxnSpLocks noChangeShapeType="1"/>
          </p:cNvCxnSpPr>
          <p:nvPr>
            <p:custDataLst>
              <p:tags r:id="rId17"/>
            </p:custDataLst>
          </p:nvPr>
        </p:nvCxnSpPr>
        <p:spPr bwMode="auto">
          <a:xfrm flipH="1">
            <a:off x="5424924" y="2717800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8" name="Oval 1030"/>
          <p:cNvSpPr>
            <a:spLocks noChangeAspect="1" noChangeArrowheads="1"/>
          </p:cNvSpPr>
          <p:nvPr>
            <p:custDataLst>
              <p:tags r:id="rId18"/>
            </p:custDataLst>
          </p:nvPr>
        </p:nvSpPr>
        <p:spPr bwMode="auto">
          <a:xfrm>
            <a:off x="5574965" y="409575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19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9" name="Oval 1030"/>
          <p:cNvSpPr>
            <a:spLocks noChangeAspect="1" noChangeArrowheads="1"/>
          </p:cNvSpPr>
          <p:nvPr>
            <p:custDataLst>
              <p:tags r:id="rId19"/>
            </p:custDataLst>
          </p:nvPr>
        </p:nvSpPr>
        <p:spPr bwMode="auto">
          <a:xfrm>
            <a:off x="5008224" y="411831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15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" name="Oval 1030"/>
          <p:cNvSpPr>
            <a:spLocks noChangeAspect="1" noChangeArrowheads="1"/>
          </p:cNvSpPr>
          <p:nvPr>
            <p:custDataLst>
              <p:tags r:id="rId20"/>
            </p:custDataLst>
          </p:nvPr>
        </p:nvSpPr>
        <p:spPr bwMode="auto">
          <a:xfrm>
            <a:off x="6780828" y="407499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32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3" name="Oval 1030"/>
          <p:cNvSpPr>
            <a:spLocks noChangeAspect="1" noChangeArrowheads="1"/>
          </p:cNvSpPr>
          <p:nvPr>
            <p:custDataLst>
              <p:tags r:id="rId21"/>
            </p:custDataLst>
          </p:nvPr>
        </p:nvSpPr>
        <p:spPr bwMode="auto">
          <a:xfrm>
            <a:off x="6214087" y="409755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25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cxnSp>
        <p:nvCxnSpPr>
          <p:cNvPr id="34" name="AutoShape 1046"/>
          <p:cNvCxnSpPr>
            <a:cxnSpLocks noChangeShapeType="1"/>
            <a:stCxn id="22" idx="5"/>
          </p:cNvCxnSpPr>
          <p:nvPr>
            <p:custDataLst>
              <p:tags r:id="rId22"/>
            </p:custDataLst>
          </p:nvPr>
        </p:nvCxnSpPr>
        <p:spPr bwMode="auto">
          <a:xfrm>
            <a:off x="5559936" y="3564764"/>
            <a:ext cx="171791" cy="53279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5" name="AutoShape 1046"/>
          <p:cNvCxnSpPr>
            <a:cxnSpLocks noChangeShapeType="1"/>
          </p:cNvCxnSpPr>
          <p:nvPr>
            <p:custDataLst>
              <p:tags r:id="rId23"/>
            </p:custDataLst>
          </p:nvPr>
        </p:nvCxnSpPr>
        <p:spPr bwMode="auto">
          <a:xfrm>
            <a:off x="6714946" y="3572095"/>
            <a:ext cx="1317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7" name="AutoShape 1039"/>
          <p:cNvCxnSpPr>
            <a:cxnSpLocks noChangeShapeType="1"/>
          </p:cNvCxnSpPr>
          <p:nvPr>
            <p:custDataLst>
              <p:tags r:id="rId24"/>
            </p:custDataLst>
          </p:nvPr>
        </p:nvCxnSpPr>
        <p:spPr bwMode="auto">
          <a:xfrm flipH="1">
            <a:off x="5168850" y="3592856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" name="AutoShape 1039"/>
          <p:cNvCxnSpPr>
            <a:cxnSpLocks noChangeShapeType="1"/>
          </p:cNvCxnSpPr>
          <p:nvPr>
            <p:custDataLst>
              <p:tags r:id="rId25"/>
            </p:custDataLst>
          </p:nvPr>
        </p:nvCxnSpPr>
        <p:spPr bwMode="auto">
          <a:xfrm flipH="1">
            <a:off x="6357986" y="3592856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6" name="Text Box 20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838200" y="1905000"/>
            <a:ext cx="20316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24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elete(23)</a:t>
            </a:r>
            <a:endParaRPr lang="en-US" sz="24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4085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1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/>
          <p:cNvSpPr/>
          <p:nvPr/>
        </p:nvSpPr>
        <p:spPr bwMode="auto">
          <a:xfrm>
            <a:off x="6111984" y="4052888"/>
            <a:ext cx="562769" cy="527050"/>
          </a:xfrm>
          <a:prstGeom prst="ellipse">
            <a:avLst/>
          </a:prstGeom>
          <a:solidFill>
            <a:srgbClr val="FF6873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Deletion: The Two Child Case (example)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Oval 1027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6423868" y="3225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30</a:t>
            </a:r>
          </a:p>
        </p:txBody>
      </p:sp>
      <p:sp>
        <p:nvSpPr>
          <p:cNvPr id="8" name="Oval 1028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3886200" y="3225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9</a:t>
            </a:r>
          </a:p>
        </p:txBody>
      </p:sp>
      <p:sp>
        <p:nvSpPr>
          <p:cNvPr id="9" name="Oval 1029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2819400" y="3225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0" name="Oval 1030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5731727" y="2336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25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" name="Oval 1031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3352800" y="2336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latin typeface="Times New Roman" pitchFamily="18" charset="0"/>
              </a:rPr>
              <a:t>5</a:t>
            </a:r>
          </a:p>
        </p:txBody>
      </p:sp>
      <p:sp>
        <p:nvSpPr>
          <p:cNvPr id="12" name="Oval 1032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4419600" y="1447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12</a:t>
            </a:r>
          </a:p>
        </p:txBody>
      </p:sp>
      <p:cxnSp>
        <p:nvCxnSpPr>
          <p:cNvPr id="13" name="AutoShape 1033"/>
          <p:cNvCxnSpPr>
            <a:cxnSpLocks noChangeShapeType="1"/>
            <a:stCxn id="12" idx="3"/>
            <a:endCxn id="11" idx="0"/>
          </p:cNvCxnSpPr>
          <p:nvPr>
            <p:custDataLst>
              <p:tags r:id="rId7"/>
            </p:custDataLst>
          </p:nvPr>
        </p:nvCxnSpPr>
        <p:spPr bwMode="auto">
          <a:xfrm flipH="1">
            <a:off x="3543300" y="17922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" name="AutoShape 1034"/>
          <p:cNvCxnSpPr>
            <a:cxnSpLocks noChangeShapeType="1"/>
            <a:stCxn id="12" idx="5"/>
            <a:endCxn id="10" idx="0"/>
          </p:cNvCxnSpPr>
          <p:nvPr>
            <p:custDataLst>
              <p:tags r:id="rId8"/>
            </p:custDataLst>
          </p:nvPr>
        </p:nvCxnSpPr>
        <p:spPr bwMode="auto">
          <a:xfrm>
            <a:off x="4744804" y="1773004"/>
            <a:ext cx="1177423" cy="5637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5" name="AutoShape 1035"/>
          <p:cNvCxnSpPr>
            <a:cxnSpLocks noChangeShapeType="1"/>
            <a:stCxn id="10" idx="5"/>
            <a:endCxn id="7" idx="0"/>
          </p:cNvCxnSpPr>
          <p:nvPr>
            <p:custDataLst>
              <p:tags r:id="rId9"/>
            </p:custDataLst>
          </p:nvPr>
        </p:nvCxnSpPr>
        <p:spPr bwMode="auto">
          <a:xfrm>
            <a:off x="6056931" y="2662004"/>
            <a:ext cx="557437" cy="5637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AutoShape 1036"/>
          <p:cNvCxnSpPr>
            <a:cxnSpLocks noChangeShapeType="1"/>
            <a:stCxn id="11" idx="3"/>
            <a:endCxn id="9" idx="0"/>
          </p:cNvCxnSpPr>
          <p:nvPr>
            <p:custDataLst>
              <p:tags r:id="rId10"/>
            </p:custDataLst>
          </p:nvPr>
        </p:nvCxnSpPr>
        <p:spPr bwMode="auto">
          <a:xfrm flipH="1">
            <a:off x="3009900" y="26812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" name="AutoShape 1037"/>
          <p:cNvCxnSpPr>
            <a:cxnSpLocks noChangeShapeType="1"/>
            <a:stCxn id="11" idx="5"/>
            <a:endCxn id="8" idx="0"/>
          </p:cNvCxnSpPr>
          <p:nvPr>
            <p:custDataLst>
              <p:tags r:id="rId11"/>
            </p:custDataLst>
          </p:nvPr>
        </p:nvCxnSpPr>
        <p:spPr bwMode="auto">
          <a:xfrm>
            <a:off x="3678238" y="26812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" name="Oval 1038"/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3619500" y="4114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7</a:t>
            </a:r>
          </a:p>
        </p:txBody>
      </p:sp>
      <p:cxnSp>
        <p:nvCxnSpPr>
          <p:cNvPr id="19" name="AutoShape 1039"/>
          <p:cNvCxnSpPr>
            <a:cxnSpLocks noChangeShapeType="1"/>
            <a:stCxn id="8" idx="3"/>
            <a:endCxn id="18" idx="0"/>
          </p:cNvCxnSpPr>
          <p:nvPr>
            <p:custDataLst>
              <p:tags r:id="rId13"/>
            </p:custDataLst>
          </p:nvPr>
        </p:nvCxnSpPr>
        <p:spPr bwMode="auto">
          <a:xfrm flipH="1">
            <a:off x="3810000" y="3570288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0" name="Oval 1045"/>
          <p:cNvSpPr>
            <a:spLocks noChangeAspect="1" noChangeArrowheads="1"/>
          </p:cNvSpPr>
          <p:nvPr>
            <p:custDataLst>
              <p:tags r:id="rId14"/>
            </p:custDataLst>
          </p:nvPr>
        </p:nvSpPr>
        <p:spPr bwMode="auto">
          <a:xfrm>
            <a:off x="4132263" y="41259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10</a:t>
            </a:r>
          </a:p>
        </p:txBody>
      </p:sp>
      <p:cxnSp>
        <p:nvCxnSpPr>
          <p:cNvPr id="21" name="AutoShape 1046"/>
          <p:cNvCxnSpPr>
            <a:cxnSpLocks noChangeShapeType="1"/>
            <a:endCxn id="20" idx="0"/>
          </p:cNvCxnSpPr>
          <p:nvPr>
            <p:custDataLst>
              <p:tags r:id="rId15"/>
            </p:custDataLst>
          </p:nvPr>
        </p:nvCxnSpPr>
        <p:spPr bwMode="auto">
          <a:xfrm>
            <a:off x="4191000" y="3581400"/>
            <a:ext cx="1317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" name="Oval 1030"/>
          <p:cNvSpPr>
            <a:spLocks noChangeAspect="1" noChangeArrowheads="1"/>
          </p:cNvSpPr>
          <p:nvPr>
            <p:custDataLst>
              <p:tags r:id="rId16"/>
            </p:custDataLst>
          </p:nvPr>
        </p:nvSpPr>
        <p:spPr bwMode="auto">
          <a:xfrm>
            <a:off x="5234732" y="323956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18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cxnSp>
        <p:nvCxnSpPr>
          <p:cNvPr id="27" name="AutoShape 1036"/>
          <p:cNvCxnSpPr>
            <a:cxnSpLocks noChangeShapeType="1"/>
          </p:cNvCxnSpPr>
          <p:nvPr>
            <p:custDataLst>
              <p:tags r:id="rId17"/>
            </p:custDataLst>
          </p:nvPr>
        </p:nvCxnSpPr>
        <p:spPr bwMode="auto">
          <a:xfrm flipH="1">
            <a:off x="5424924" y="2717800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8" name="Oval 1030"/>
          <p:cNvSpPr>
            <a:spLocks noChangeAspect="1" noChangeArrowheads="1"/>
          </p:cNvSpPr>
          <p:nvPr>
            <p:custDataLst>
              <p:tags r:id="rId18"/>
            </p:custDataLst>
          </p:nvPr>
        </p:nvSpPr>
        <p:spPr bwMode="auto">
          <a:xfrm>
            <a:off x="5574965" y="409575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19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9" name="Oval 1030"/>
          <p:cNvSpPr>
            <a:spLocks noChangeAspect="1" noChangeArrowheads="1"/>
          </p:cNvSpPr>
          <p:nvPr>
            <p:custDataLst>
              <p:tags r:id="rId19"/>
            </p:custDataLst>
          </p:nvPr>
        </p:nvSpPr>
        <p:spPr bwMode="auto">
          <a:xfrm>
            <a:off x="5008224" y="411831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15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" name="Oval 1030"/>
          <p:cNvSpPr>
            <a:spLocks noChangeAspect="1" noChangeArrowheads="1"/>
          </p:cNvSpPr>
          <p:nvPr>
            <p:custDataLst>
              <p:tags r:id="rId20"/>
            </p:custDataLst>
          </p:nvPr>
        </p:nvSpPr>
        <p:spPr bwMode="auto">
          <a:xfrm>
            <a:off x="6780828" y="407499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32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3" name="Oval 1030"/>
          <p:cNvSpPr>
            <a:spLocks noChangeAspect="1" noChangeArrowheads="1"/>
          </p:cNvSpPr>
          <p:nvPr>
            <p:custDataLst>
              <p:tags r:id="rId21"/>
            </p:custDataLst>
          </p:nvPr>
        </p:nvSpPr>
        <p:spPr bwMode="auto">
          <a:xfrm>
            <a:off x="6214087" y="409755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25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cxnSp>
        <p:nvCxnSpPr>
          <p:cNvPr id="34" name="AutoShape 1046"/>
          <p:cNvCxnSpPr>
            <a:cxnSpLocks noChangeShapeType="1"/>
            <a:stCxn id="22" idx="5"/>
          </p:cNvCxnSpPr>
          <p:nvPr>
            <p:custDataLst>
              <p:tags r:id="rId22"/>
            </p:custDataLst>
          </p:nvPr>
        </p:nvCxnSpPr>
        <p:spPr bwMode="auto">
          <a:xfrm>
            <a:off x="5559936" y="3564764"/>
            <a:ext cx="171791" cy="53279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5" name="AutoShape 1046"/>
          <p:cNvCxnSpPr>
            <a:cxnSpLocks noChangeShapeType="1"/>
          </p:cNvCxnSpPr>
          <p:nvPr>
            <p:custDataLst>
              <p:tags r:id="rId23"/>
            </p:custDataLst>
          </p:nvPr>
        </p:nvCxnSpPr>
        <p:spPr bwMode="auto">
          <a:xfrm>
            <a:off x="6714946" y="3572095"/>
            <a:ext cx="1317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7" name="AutoShape 1039"/>
          <p:cNvCxnSpPr>
            <a:cxnSpLocks noChangeShapeType="1"/>
          </p:cNvCxnSpPr>
          <p:nvPr>
            <p:custDataLst>
              <p:tags r:id="rId24"/>
            </p:custDataLst>
          </p:nvPr>
        </p:nvCxnSpPr>
        <p:spPr bwMode="auto">
          <a:xfrm flipH="1">
            <a:off x="5168850" y="3592856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" name="AutoShape 1039"/>
          <p:cNvCxnSpPr>
            <a:cxnSpLocks noChangeShapeType="1"/>
          </p:cNvCxnSpPr>
          <p:nvPr>
            <p:custDataLst>
              <p:tags r:id="rId25"/>
            </p:custDataLst>
          </p:nvPr>
        </p:nvCxnSpPr>
        <p:spPr bwMode="auto">
          <a:xfrm flipH="1">
            <a:off x="6357986" y="3592856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1" name="Multiply 40"/>
          <p:cNvSpPr/>
          <p:nvPr/>
        </p:nvSpPr>
        <p:spPr bwMode="auto">
          <a:xfrm>
            <a:off x="5961403" y="3855587"/>
            <a:ext cx="863932" cy="952400"/>
          </a:xfrm>
          <a:prstGeom prst="mathMultiply">
            <a:avLst>
              <a:gd name="adj1" fmla="val 8487"/>
            </a:avLst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6" name="Text Box 20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838200" y="1905000"/>
            <a:ext cx="20316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24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elete(23)</a:t>
            </a:r>
            <a:endParaRPr lang="en-US" sz="24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8374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Deletion: The Two Child Case (example)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32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Oval 1027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6423868" y="3225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30</a:t>
            </a:r>
          </a:p>
        </p:txBody>
      </p:sp>
      <p:sp>
        <p:nvSpPr>
          <p:cNvPr id="8" name="Oval 1028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3886200" y="3225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9</a:t>
            </a:r>
          </a:p>
        </p:txBody>
      </p:sp>
      <p:sp>
        <p:nvSpPr>
          <p:cNvPr id="9" name="Oval 1029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2819400" y="3225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0" name="Oval 1030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5731727" y="2336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25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" name="Oval 1031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3352800" y="2336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latin typeface="Times New Roman" pitchFamily="18" charset="0"/>
              </a:rPr>
              <a:t>5</a:t>
            </a:r>
          </a:p>
        </p:txBody>
      </p:sp>
      <p:sp>
        <p:nvSpPr>
          <p:cNvPr id="12" name="Oval 1032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4419600" y="1447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12</a:t>
            </a:r>
          </a:p>
        </p:txBody>
      </p:sp>
      <p:cxnSp>
        <p:nvCxnSpPr>
          <p:cNvPr id="13" name="AutoShape 1033"/>
          <p:cNvCxnSpPr>
            <a:cxnSpLocks noChangeShapeType="1"/>
            <a:stCxn id="12" idx="3"/>
            <a:endCxn id="11" idx="0"/>
          </p:cNvCxnSpPr>
          <p:nvPr>
            <p:custDataLst>
              <p:tags r:id="rId7"/>
            </p:custDataLst>
          </p:nvPr>
        </p:nvCxnSpPr>
        <p:spPr bwMode="auto">
          <a:xfrm flipH="1">
            <a:off x="3543300" y="17922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" name="AutoShape 1034"/>
          <p:cNvCxnSpPr>
            <a:cxnSpLocks noChangeShapeType="1"/>
            <a:stCxn id="12" idx="5"/>
            <a:endCxn id="10" idx="0"/>
          </p:cNvCxnSpPr>
          <p:nvPr>
            <p:custDataLst>
              <p:tags r:id="rId8"/>
            </p:custDataLst>
          </p:nvPr>
        </p:nvCxnSpPr>
        <p:spPr bwMode="auto">
          <a:xfrm>
            <a:off x="4744804" y="1773004"/>
            <a:ext cx="1177423" cy="5637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5" name="AutoShape 1035"/>
          <p:cNvCxnSpPr>
            <a:cxnSpLocks noChangeShapeType="1"/>
            <a:stCxn id="10" idx="5"/>
            <a:endCxn id="7" idx="0"/>
          </p:cNvCxnSpPr>
          <p:nvPr>
            <p:custDataLst>
              <p:tags r:id="rId9"/>
            </p:custDataLst>
          </p:nvPr>
        </p:nvCxnSpPr>
        <p:spPr bwMode="auto">
          <a:xfrm>
            <a:off x="6056931" y="2662004"/>
            <a:ext cx="557437" cy="56379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AutoShape 1036"/>
          <p:cNvCxnSpPr>
            <a:cxnSpLocks noChangeShapeType="1"/>
            <a:stCxn id="11" idx="3"/>
            <a:endCxn id="9" idx="0"/>
          </p:cNvCxnSpPr>
          <p:nvPr>
            <p:custDataLst>
              <p:tags r:id="rId10"/>
            </p:custDataLst>
          </p:nvPr>
        </p:nvCxnSpPr>
        <p:spPr bwMode="auto">
          <a:xfrm flipH="1">
            <a:off x="3009900" y="26812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" name="AutoShape 1037"/>
          <p:cNvCxnSpPr>
            <a:cxnSpLocks noChangeShapeType="1"/>
            <a:stCxn id="11" idx="5"/>
            <a:endCxn id="8" idx="0"/>
          </p:cNvCxnSpPr>
          <p:nvPr>
            <p:custDataLst>
              <p:tags r:id="rId11"/>
            </p:custDataLst>
          </p:nvPr>
        </p:nvCxnSpPr>
        <p:spPr bwMode="auto">
          <a:xfrm>
            <a:off x="3678238" y="26812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" name="Oval 1038"/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3619500" y="4114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7</a:t>
            </a:r>
          </a:p>
        </p:txBody>
      </p:sp>
      <p:cxnSp>
        <p:nvCxnSpPr>
          <p:cNvPr id="19" name="AutoShape 1039"/>
          <p:cNvCxnSpPr>
            <a:cxnSpLocks noChangeShapeType="1"/>
            <a:stCxn id="8" idx="3"/>
            <a:endCxn id="18" idx="0"/>
          </p:cNvCxnSpPr>
          <p:nvPr>
            <p:custDataLst>
              <p:tags r:id="rId13"/>
            </p:custDataLst>
          </p:nvPr>
        </p:nvCxnSpPr>
        <p:spPr bwMode="auto">
          <a:xfrm flipH="1">
            <a:off x="3810000" y="3570288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0" name="Oval 1045"/>
          <p:cNvSpPr>
            <a:spLocks noChangeAspect="1" noChangeArrowheads="1"/>
          </p:cNvSpPr>
          <p:nvPr>
            <p:custDataLst>
              <p:tags r:id="rId14"/>
            </p:custDataLst>
          </p:nvPr>
        </p:nvSpPr>
        <p:spPr bwMode="auto">
          <a:xfrm>
            <a:off x="4132263" y="41259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10</a:t>
            </a:r>
          </a:p>
        </p:txBody>
      </p:sp>
      <p:cxnSp>
        <p:nvCxnSpPr>
          <p:cNvPr id="21" name="AutoShape 1046"/>
          <p:cNvCxnSpPr>
            <a:cxnSpLocks noChangeShapeType="1"/>
            <a:endCxn id="20" idx="0"/>
          </p:cNvCxnSpPr>
          <p:nvPr>
            <p:custDataLst>
              <p:tags r:id="rId15"/>
            </p:custDataLst>
          </p:nvPr>
        </p:nvCxnSpPr>
        <p:spPr bwMode="auto">
          <a:xfrm>
            <a:off x="4191000" y="3581400"/>
            <a:ext cx="1317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" name="Oval 1030"/>
          <p:cNvSpPr>
            <a:spLocks noChangeAspect="1" noChangeArrowheads="1"/>
          </p:cNvSpPr>
          <p:nvPr>
            <p:custDataLst>
              <p:tags r:id="rId16"/>
            </p:custDataLst>
          </p:nvPr>
        </p:nvSpPr>
        <p:spPr bwMode="auto">
          <a:xfrm>
            <a:off x="5234732" y="323956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18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cxnSp>
        <p:nvCxnSpPr>
          <p:cNvPr id="27" name="AutoShape 1036"/>
          <p:cNvCxnSpPr>
            <a:cxnSpLocks noChangeShapeType="1"/>
          </p:cNvCxnSpPr>
          <p:nvPr>
            <p:custDataLst>
              <p:tags r:id="rId17"/>
            </p:custDataLst>
          </p:nvPr>
        </p:nvCxnSpPr>
        <p:spPr bwMode="auto">
          <a:xfrm flipH="1">
            <a:off x="5424924" y="2717800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9" name="Oval 1030"/>
          <p:cNvSpPr>
            <a:spLocks noChangeAspect="1" noChangeArrowheads="1"/>
          </p:cNvSpPr>
          <p:nvPr>
            <p:custDataLst>
              <p:tags r:id="rId18"/>
            </p:custDataLst>
          </p:nvPr>
        </p:nvSpPr>
        <p:spPr bwMode="auto">
          <a:xfrm>
            <a:off x="5008224" y="411831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15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" name="Oval 1030"/>
          <p:cNvSpPr>
            <a:spLocks noChangeAspect="1" noChangeArrowheads="1"/>
          </p:cNvSpPr>
          <p:nvPr>
            <p:custDataLst>
              <p:tags r:id="rId19"/>
            </p:custDataLst>
          </p:nvPr>
        </p:nvSpPr>
        <p:spPr bwMode="auto">
          <a:xfrm>
            <a:off x="6780828" y="407499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32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3" name="Oval 1030"/>
          <p:cNvSpPr>
            <a:spLocks noChangeAspect="1" noChangeArrowheads="1"/>
          </p:cNvSpPr>
          <p:nvPr>
            <p:custDataLst>
              <p:tags r:id="rId20"/>
            </p:custDataLst>
          </p:nvPr>
        </p:nvSpPr>
        <p:spPr bwMode="auto">
          <a:xfrm>
            <a:off x="5585939" y="410686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19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cxnSp>
        <p:nvCxnSpPr>
          <p:cNvPr id="35" name="AutoShape 1046"/>
          <p:cNvCxnSpPr>
            <a:cxnSpLocks noChangeShapeType="1"/>
          </p:cNvCxnSpPr>
          <p:nvPr>
            <p:custDataLst>
              <p:tags r:id="rId21"/>
            </p:custDataLst>
          </p:nvPr>
        </p:nvCxnSpPr>
        <p:spPr bwMode="auto">
          <a:xfrm>
            <a:off x="6714946" y="3572095"/>
            <a:ext cx="1317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7" name="AutoShape 1039"/>
          <p:cNvCxnSpPr>
            <a:cxnSpLocks noChangeShapeType="1"/>
          </p:cNvCxnSpPr>
          <p:nvPr>
            <p:custDataLst>
              <p:tags r:id="rId22"/>
            </p:custDataLst>
          </p:nvPr>
        </p:nvCxnSpPr>
        <p:spPr bwMode="auto">
          <a:xfrm flipH="1">
            <a:off x="5168850" y="3592856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" name="TextBox 2"/>
          <p:cNvSpPr txBox="1"/>
          <p:nvPr/>
        </p:nvSpPr>
        <p:spPr>
          <a:xfrm>
            <a:off x="5657050" y="5209338"/>
            <a:ext cx="1778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 smtClean="0">
                <a:solidFill>
                  <a:srgbClr val="0000FF"/>
                </a:solidFill>
                <a:latin typeface="+mn-lt"/>
              </a:rPr>
              <a:t>Success! </a:t>
            </a:r>
            <a:r>
              <a:rPr lang="en-US" sz="2400" b="0" dirty="0" smtClean="0">
                <a:solidFill>
                  <a:srgbClr val="0000FF"/>
                </a:solidFill>
                <a:latin typeface="+mn-lt"/>
                <a:sym typeface="Wingdings"/>
              </a:rPr>
              <a:t></a:t>
            </a:r>
            <a:endParaRPr lang="en-US" sz="2400" b="0" dirty="0" smtClean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0" name="Text Box 20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838200" y="1905000"/>
            <a:ext cx="20316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24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elete(23)</a:t>
            </a:r>
            <a:endParaRPr lang="en-US" sz="24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26" name="Straight Arrow Connector 25"/>
          <p:cNvCxnSpPr>
            <a:stCxn id="22" idx="5"/>
            <a:endCxn id="33" idx="0"/>
          </p:cNvCxnSpPr>
          <p:nvPr/>
        </p:nvCxnSpPr>
        <p:spPr bwMode="auto">
          <a:xfrm>
            <a:off x="5559936" y="3564764"/>
            <a:ext cx="216503" cy="5420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8552243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Lazy Deletion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Lazy deletion can work well for a BST</a:t>
            </a:r>
          </a:p>
          <a:p>
            <a:pPr lvl="1"/>
            <a:r>
              <a:rPr lang="en-US" dirty="0" smtClean="0"/>
              <a:t>Simpler</a:t>
            </a:r>
          </a:p>
          <a:p>
            <a:pPr lvl="1"/>
            <a:r>
              <a:rPr lang="en-US" dirty="0" smtClean="0"/>
              <a:t>Can do “real deletions” later as a batch</a:t>
            </a:r>
          </a:p>
          <a:p>
            <a:pPr lvl="1"/>
            <a:r>
              <a:rPr lang="en-US" dirty="0" smtClean="0"/>
              <a:t>Some inserts can just “undelete” a tree node</a:t>
            </a:r>
          </a:p>
          <a:p>
            <a:pPr lvl="1"/>
            <a:endParaRPr lang="en-US" dirty="0"/>
          </a:p>
          <a:p>
            <a:r>
              <a:rPr lang="en-US" dirty="0" smtClean="0"/>
              <a:t>But</a:t>
            </a:r>
          </a:p>
          <a:p>
            <a:pPr lvl="1"/>
            <a:r>
              <a:rPr lang="en-US" dirty="0" smtClean="0"/>
              <a:t>Can waste space and slow down find operations</a:t>
            </a:r>
          </a:p>
          <a:p>
            <a:pPr lvl="1"/>
            <a:r>
              <a:rPr lang="en-US" dirty="0" smtClean="0"/>
              <a:t>Make some operations more complicated:</a:t>
            </a:r>
          </a:p>
          <a:p>
            <a:pPr lvl="2"/>
            <a:r>
              <a:rPr lang="en-US" dirty="0"/>
              <a:t>e</a:t>
            </a:r>
            <a:r>
              <a:rPr lang="en-US" dirty="0" smtClean="0"/>
              <a:t>.g.,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findMin</a:t>
            </a:r>
            <a:r>
              <a:rPr lang="en-US" dirty="0" smtClean="0"/>
              <a:t> and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findMax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33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8262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BuildTree for BST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533400" y="1295400"/>
            <a:ext cx="8229600" cy="4800600"/>
          </a:xfrm>
        </p:spPr>
        <p:txBody>
          <a:bodyPr/>
          <a:lstStyle/>
          <a:p>
            <a:r>
              <a:rPr lang="en-US" dirty="0" smtClean="0"/>
              <a:t>Let’s consider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buildTree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 smtClean="0">
                <a:latin typeface="+mj-lt"/>
                <a:cs typeface="Courier New" pitchFamily="49" charset="0"/>
              </a:rPr>
              <a:t>Insert all, starting from an empty tree</a:t>
            </a:r>
          </a:p>
          <a:p>
            <a:endParaRPr lang="en-US" dirty="0" smtClean="0"/>
          </a:p>
          <a:p>
            <a:r>
              <a:rPr lang="en-US" dirty="0" smtClean="0"/>
              <a:t>Insert keys 1, 2, 3, 4, 5, 6, 7, 8, 9 into an empty BST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If inserted in given order, </a:t>
            </a:r>
            <a:br>
              <a:rPr lang="en-US" dirty="0" smtClean="0"/>
            </a:br>
            <a:r>
              <a:rPr lang="en-US" dirty="0" smtClean="0"/>
              <a:t>what is the tree?  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dirty="0" smtClean="0"/>
              <a:t>What big-O runtime for this kind of sorted input?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   1 + 2 + 3 + . . . + n = n(n+1)/2</a:t>
            </a:r>
          </a:p>
          <a:p>
            <a:pPr marL="457200" lvl="1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Is inserting in the reverse order </a:t>
            </a:r>
          </a:p>
          <a:p>
            <a:pPr lvl="1">
              <a:buNone/>
            </a:pPr>
            <a:r>
              <a:rPr lang="en-US" dirty="0" smtClean="0"/>
              <a:t>	any better?</a:t>
            </a:r>
          </a:p>
          <a:p>
            <a:pPr lvl="1">
              <a:buFontTx/>
              <a:buNone/>
            </a:pPr>
            <a:endParaRPr lang="en-US" dirty="0" smtClean="0"/>
          </a:p>
          <a:p>
            <a:endParaRPr lang="en-US" dirty="0" smtClean="0"/>
          </a:p>
        </p:txBody>
      </p:sp>
      <p:sp>
        <p:nvSpPr>
          <p:cNvPr id="210948" name="AutoShape 4" hidden="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09600" y="3962400"/>
            <a:ext cx="1600200" cy="38100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l-GR" sz="24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sz="2400" b="1" i="1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US" sz="2400" b="1" baseline="3000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210949" name="AutoShape 5" hidden="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09600" y="6477000"/>
            <a:ext cx="1600200" cy="38100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l-GR" sz="24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sz="2400" b="1" i="1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US" sz="2400" b="1" baseline="3000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6172200" y="2743200"/>
            <a:ext cx="1411288" cy="2362200"/>
            <a:chOff x="6629400" y="3352800"/>
            <a:chExt cx="1410502" cy="2362528"/>
          </a:xfrm>
        </p:grpSpPr>
        <p:sp>
          <p:nvSpPr>
            <p:cNvPr id="29704" name="Oval 64"/>
            <p:cNvSpPr>
              <a:spLocks noChangeAspect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629400" y="3352800"/>
              <a:ext cx="425744" cy="4256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cxnSp>
          <p:nvCxnSpPr>
            <p:cNvPr id="29705" name="AutoShape 65"/>
            <p:cNvCxnSpPr>
              <a:cxnSpLocks noChangeShapeType="1"/>
              <a:stCxn id="29704" idx="5"/>
              <a:endCxn id="29706" idx="0"/>
            </p:cNvCxnSpPr>
            <p:nvPr>
              <p:custDataLst>
                <p:tags r:id="rId7"/>
              </p:custDataLst>
            </p:nvPr>
          </p:nvCxnSpPr>
          <p:spPr bwMode="auto">
            <a:xfrm>
              <a:off x="6993056" y="3734128"/>
              <a:ext cx="314873" cy="4522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9706" name="Oval 66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095057" y="4204138"/>
              <a:ext cx="425744" cy="4256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9707" name="Oval 67"/>
            <p:cNvSpPr>
              <a:spLocks noChangeAspect="1"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449844" y="4984531"/>
              <a:ext cx="425744" cy="4256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cxnSp>
          <p:nvCxnSpPr>
            <p:cNvPr id="29708" name="AutoShape 68"/>
            <p:cNvCxnSpPr>
              <a:cxnSpLocks noChangeShapeType="1"/>
              <a:stCxn id="29706" idx="5"/>
              <a:endCxn id="29707" idx="0"/>
            </p:cNvCxnSpPr>
            <p:nvPr>
              <p:custDataLst>
                <p:tags r:id="rId10"/>
              </p:custDataLst>
            </p:nvPr>
          </p:nvCxnSpPr>
          <p:spPr bwMode="auto">
            <a:xfrm>
              <a:off x="7458714" y="4585466"/>
              <a:ext cx="204002" cy="3813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9709" name="AutoShape 68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>
              <a:off x="7835900" y="5334000"/>
              <a:ext cx="204002" cy="3813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sp>
        <p:nvSpPr>
          <p:cNvPr id="18" name="Text Box 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767691" y="4397514"/>
            <a:ext cx="24384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i="1" dirty="0">
                <a:solidFill>
                  <a:srgbClr val="3333CC"/>
                </a:solidFill>
                <a:latin typeface="Arial"/>
              </a:rPr>
              <a:t>O(n</a:t>
            </a:r>
            <a:r>
              <a:rPr lang="en-US" sz="2000" b="1" i="1" baseline="30000" dirty="0">
                <a:solidFill>
                  <a:srgbClr val="3333CC"/>
                </a:solidFill>
                <a:latin typeface="Arial"/>
              </a:rPr>
              <a:t>2</a:t>
            </a:r>
            <a:r>
              <a:rPr lang="en-US" sz="2000" b="1" i="1" dirty="0">
                <a:solidFill>
                  <a:srgbClr val="3333CC"/>
                </a:solidFill>
                <a:latin typeface="Arial"/>
              </a:rPr>
              <a:t>)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i="1" dirty="0">
                <a:solidFill>
                  <a:srgbClr val="3333CC"/>
                </a:solidFill>
                <a:latin typeface="Arial"/>
              </a:rPr>
              <a:t>Not a happy place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34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1030" name="Picture 6" descr="C:\Users\shapiro\AppData\Local\Microsoft\Windows\Temporary Internet Files\Content.IE5\GZMR2QW9\2769437490_2559d44243[1].jp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44" y="110417"/>
            <a:ext cx="1886814" cy="248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" name="Ink 2"/>
              <p14:cNvContentPartPr/>
              <p14:nvPr/>
            </p14:nvContentPartPr>
            <p14:xfrm>
              <a:off x="754560" y="2843280"/>
              <a:ext cx="7881840" cy="18558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0960" y="2836800"/>
                <a:ext cx="7891560" cy="186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133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uiExpand="1" build="p" bldLvl="2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BuildTree for BST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533400" y="1295400"/>
            <a:ext cx="8229600" cy="4800600"/>
          </a:xfrm>
        </p:spPr>
        <p:txBody>
          <a:bodyPr/>
          <a:lstStyle/>
          <a:p>
            <a:r>
              <a:rPr lang="en-US" dirty="0" smtClean="0"/>
              <a:t>Insert keys 1, 2, 3, 4, 5, 6, 7, 8, 9 into an empty BST</a:t>
            </a:r>
          </a:p>
          <a:p>
            <a:endParaRPr lang="en-US" sz="1200" dirty="0" smtClean="0"/>
          </a:p>
          <a:p>
            <a:r>
              <a:rPr lang="en-US" dirty="0" smtClean="0"/>
              <a:t>What </a:t>
            </a:r>
            <a:r>
              <a:rPr lang="en-US" dirty="0"/>
              <a:t>if we could </a:t>
            </a:r>
            <a:r>
              <a:rPr lang="en-US" dirty="0" smtClean="0"/>
              <a:t>somehow re-arrange them</a:t>
            </a:r>
          </a:p>
          <a:p>
            <a:pPr lvl="1"/>
            <a:r>
              <a:rPr lang="en-US" dirty="0" smtClean="0"/>
              <a:t>median first, then left median, right median, etc.</a:t>
            </a:r>
          </a:p>
          <a:p>
            <a:pPr lvl="1"/>
            <a:r>
              <a:rPr lang="en-US" dirty="0" smtClean="0"/>
              <a:t>5, 3, 7, 2, 1, 4, 8, 6, 9	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What tree does that give us? 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dirty="0" smtClean="0"/>
              <a:t>What big-O runtime?</a:t>
            </a:r>
          </a:p>
          <a:p>
            <a:pPr lvl="1"/>
            <a:endParaRPr lang="en-US" dirty="0" smtClean="0"/>
          </a:p>
          <a:p>
            <a:pPr lvl="1"/>
            <a:endParaRPr lang="en-US" sz="2000" b="1" dirty="0" smtClean="0">
              <a:solidFill>
                <a:srgbClr val="FF0000"/>
              </a:solidFill>
            </a:endParaRPr>
          </a:p>
          <a:p>
            <a:pPr lvl="1"/>
            <a:r>
              <a:rPr lang="en-US" sz="2000" b="1" dirty="0" smtClean="0">
                <a:solidFill>
                  <a:srgbClr val="FF0000"/>
                </a:solidFill>
              </a:rPr>
              <a:t>So the order the values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  come in is important!</a:t>
            </a:r>
            <a:endParaRPr lang="en-US" sz="2000" b="1" dirty="0" smtClean="0">
              <a:solidFill>
                <a:srgbClr val="FF0000"/>
              </a:solidFill>
            </a:endParaRPr>
          </a:p>
        </p:txBody>
      </p:sp>
      <p:sp>
        <p:nvSpPr>
          <p:cNvPr id="335878" name="AutoShape 6" hidden="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6019800"/>
            <a:ext cx="4267200" cy="45720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5, 3, 7, 2, 1, 6, 8, 9 better: </a:t>
            </a:r>
            <a:r>
              <a:rPr lang="en-US" sz="2400" b="1" i="1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 log </a:t>
            </a:r>
            <a:r>
              <a:rPr lang="en-US" sz="2400" b="1" i="1">
                <a:solidFill>
                  <a:srgbClr val="000000"/>
                </a:solidFill>
                <a:latin typeface="Times New Roman" pitchFamily="18" charset="0"/>
              </a:rPr>
              <a:t>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732338" y="2895600"/>
            <a:ext cx="4106862" cy="3048000"/>
            <a:chOff x="4732338" y="2895600"/>
            <a:chExt cx="4106862" cy="3048000"/>
          </a:xfrm>
        </p:grpSpPr>
        <p:sp>
          <p:nvSpPr>
            <p:cNvPr id="5" name="Oval 3"/>
            <p:cNvSpPr>
              <a:spLocks noChangeAspect="1"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191500" y="4673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6" name="Oval 4"/>
            <p:cNvSpPr>
              <a:spLocks noChangeAspect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057900" y="4673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7" name="Oval 5"/>
            <p:cNvSpPr>
              <a:spLocks noChangeAspect="1"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991100" y="4673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8" name="Oval 6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658100" y="3784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9" name="Oval 7"/>
            <p:cNvSpPr>
              <a:spLocks noChangeAspect="1"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524500" y="3784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0" name="Oval 8"/>
            <p:cNvSpPr>
              <a:spLocks noChangeAspect="1"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591300" y="2895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</a:p>
          </p:txBody>
        </p:sp>
        <p:cxnSp>
          <p:nvCxnSpPr>
            <p:cNvPr id="11" name="AutoShape 9"/>
            <p:cNvCxnSpPr>
              <a:cxnSpLocks noChangeShapeType="1"/>
              <a:stCxn id="10" idx="3"/>
              <a:endCxn id="9" idx="0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715000" y="3240088"/>
              <a:ext cx="931863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2" name="AutoShape 10"/>
            <p:cNvCxnSpPr>
              <a:cxnSpLocks noChangeShapeType="1"/>
              <a:stCxn id="10" idx="5"/>
              <a:endCxn id="8" idx="0"/>
            </p:cNvCxnSpPr>
            <p:nvPr>
              <p:custDataLst>
                <p:tags r:id="rId12"/>
              </p:custDataLst>
            </p:nvPr>
          </p:nvCxnSpPr>
          <p:spPr bwMode="auto">
            <a:xfrm>
              <a:off x="6916738" y="3240088"/>
              <a:ext cx="9318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3" name="AutoShape 11"/>
            <p:cNvCxnSpPr>
              <a:cxnSpLocks noChangeShapeType="1"/>
              <a:stCxn id="8" idx="5"/>
              <a:endCxn id="5" idx="0"/>
            </p:cNvCxnSpPr>
            <p:nvPr>
              <p:custDataLst>
                <p:tags r:id="rId13"/>
              </p:custDataLst>
            </p:nvPr>
          </p:nvCxnSpPr>
          <p:spPr bwMode="auto">
            <a:xfrm>
              <a:off x="7983538" y="4129088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4" name="AutoShape 12"/>
            <p:cNvCxnSpPr>
              <a:cxnSpLocks noChangeShapeType="1"/>
              <a:stCxn id="9" idx="3"/>
              <a:endCxn id="7" idx="0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5181600" y="4129088"/>
              <a:ext cx="398463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5" name="AutoShape 13"/>
            <p:cNvCxnSpPr>
              <a:cxnSpLocks noChangeShapeType="1"/>
              <a:stCxn id="9" idx="5"/>
              <a:endCxn id="6" idx="0"/>
            </p:cNvCxnSpPr>
            <p:nvPr>
              <p:custDataLst>
                <p:tags r:id="rId15"/>
              </p:custDataLst>
            </p:nvPr>
          </p:nvCxnSpPr>
          <p:spPr bwMode="auto">
            <a:xfrm>
              <a:off x="5849938" y="4129088"/>
              <a:ext cx="3984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6" name="Oval 14"/>
            <p:cNvSpPr>
              <a:spLocks noChangeAspect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458200" y="5562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9</a:t>
              </a:r>
            </a:p>
          </p:txBody>
        </p:sp>
        <p:cxnSp>
          <p:nvCxnSpPr>
            <p:cNvPr id="17" name="AutoShape 15"/>
            <p:cNvCxnSpPr>
              <a:cxnSpLocks noChangeShapeType="1"/>
              <a:stCxn id="5" idx="5"/>
              <a:endCxn id="16" idx="0"/>
            </p:cNvCxnSpPr>
            <p:nvPr>
              <p:custDataLst>
                <p:tags r:id="rId17"/>
              </p:custDataLst>
            </p:nvPr>
          </p:nvCxnSpPr>
          <p:spPr bwMode="auto">
            <a:xfrm>
              <a:off x="8516938" y="5018088"/>
              <a:ext cx="1317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4" name="Oval 18"/>
            <p:cNvSpPr>
              <a:spLocks noChangeAspect="1"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124700" y="46482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</a:p>
          </p:txBody>
        </p:sp>
        <p:cxnSp>
          <p:nvCxnSpPr>
            <p:cNvPr id="25" name="AutoShape 19"/>
            <p:cNvCxnSpPr>
              <a:cxnSpLocks noChangeShapeType="1"/>
              <a:stCxn id="8" idx="3"/>
              <a:endCxn id="24" idx="0"/>
            </p:cNvCxnSpPr>
            <p:nvPr>
              <p:custDataLst>
                <p:tags r:id="rId19"/>
              </p:custDataLst>
            </p:nvPr>
          </p:nvCxnSpPr>
          <p:spPr bwMode="auto">
            <a:xfrm rot="5400000">
              <a:off x="7245351" y="4179887"/>
              <a:ext cx="538162" cy="3984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6" name="Oval 16"/>
            <p:cNvSpPr>
              <a:spLocks noChangeAspect="1"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732338" y="5562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cxnSp>
          <p:nvCxnSpPr>
            <p:cNvPr id="27" name="AutoShape 17"/>
            <p:cNvCxnSpPr>
              <a:cxnSpLocks noChangeShapeType="1"/>
              <a:endCxn id="26" idx="0"/>
            </p:cNvCxnSpPr>
            <p:nvPr>
              <p:custDataLst>
                <p:tags r:id="rId21"/>
              </p:custDataLst>
            </p:nvPr>
          </p:nvCxnSpPr>
          <p:spPr bwMode="auto">
            <a:xfrm flipH="1">
              <a:off x="4922838" y="5018088"/>
              <a:ext cx="131762" cy="525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sp>
        <p:nvSpPr>
          <p:cNvPr id="30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4495800"/>
            <a:ext cx="3581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i="1" dirty="0">
                <a:solidFill>
                  <a:srgbClr val="3333CC"/>
                </a:solidFill>
                <a:latin typeface="Arial"/>
              </a:rPr>
              <a:t>O(n </a:t>
            </a:r>
            <a:r>
              <a:rPr lang="en-US" sz="2000" b="1" dirty="0">
                <a:solidFill>
                  <a:srgbClr val="3333CC"/>
                </a:solidFill>
                <a:latin typeface="Arial"/>
                <a:cs typeface="Courier New" pitchFamily="49" charset="0"/>
              </a:rPr>
              <a:t>log</a:t>
            </a:r>
            <a:r>
              <a:rPr lang="en-US" sz="2000" b="1" i="1" dirty="0">
                <a:solidFill>
                  <a:srgbClr val="3333CC"/>
                </a:solidFill>
                <a:latin typeface="Arial"/>
              </a:rPr>
              <a:t> n), definitely better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35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" name="Ink 2"/>
              <p14:cNvContentPartPr/>
              <p14:nvPr/>
            </p14:nvContentPartPr>
            <p14:xfrm>
              <a:off x="6348960" y="270000"/>
              <a:ext cx="2743560" cy="29916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345000" y="263880"/>
                <a:ext cx="2753280" cy="300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364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uiExpand="1" build="p" bldLvl="2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Complexity of Building a Binary Search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Worst case: </a:t>
            </a:r>
            <a:r>
              <a:rPr lang="en-US" dirty="0" smtClean="0">
                <a:solidFill>
                  <a:schemeClr val="accent2"/>
                </a:solidFill>
              </a:rPr>
              <a:t>O(n</a:t>
            </a:r>
            <a:r>
              <a:rPr lang="en-US" baseline="30000" dirty="0" smtClean="0">
                <a:solidFill>
                  <a:schemeClr val="accent2"/>
                </a:solidFill>
              </a:rPr>
              <a:t>2</a:t>
            </a:r>
            <a:r>
              <a:rPr lang="en-US" dirty="0" smtClean="0">
                <a:solidFill>
                  <a:schemeClr val="accent2"/>
                </a:solidFill>
              </a:rPr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Best case: </a:t>
            </a:r>
            <a:r>
              <a:rPr lang="en-US" dirty="0" smtClean="0">
                <a:solidFill>
                  <a:schemeClr val="accent2"/>
                </a:solidFill>
              </a:rPr>
              <a:t>O(n log n)</a:t>
            </a:r>
          </a:p>
          <a:p>
            <a:endParaRPr lang="en-US" dirty="0"/>
          </a:p>
          <a:p>
            <a:r>
              <a:rPr lang="en-US" dirty="0" smtClean="0"/>
              <a:t>We do better by keeping the tree </a:t>
            </a:r>
            <a:r>
              <a:rPr lang="en-US" dirty="0" smtClean="0">
                <a:solidFill>
                  <a:srgbClr val="FF0000"/>
                </a:solidFill>
              </a:rPr>
              <a:t>balanced.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48AC8-D41E-4C7B-8EE3-A52489AA1F05}" type="slidenum">
              <a:rPr lang="en-US" smtClean="0">
                <a:solidFill>
                  <a:srgbClr val="000000"/>
                </a:solidFill>
              </a:rPr>
              <a:pPr/>
              <a:t>36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Data </a:t>
            </a:r>
            <a:r>
              <a:rPr lang="en-US" dirty="0" smtClean="0">
                <a:solidFill>
                  <a:srgbClr val="000000"/>
                </a:solidFill>
              </a:rPr>
              <a:t>Structures &amp; Algorithms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9448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an_design_template">
  <a:themeElements>
    <a:clrScheme name="dan_design_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n_design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2000" b="0" dirty="0" err="1" smtClean="0">
            <a:latin typeface="+mn-lt"/>
          </a:defRPr>
        </a:defPPr>
      </a:lstStyle>
    </a:txDef>
  </a:objectDefaults>
  <a:extraClrSchemeLst>
    <a:extraClrScheme>
      <a:clrScheme name="dan_design_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_design_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_desig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</TotalTime>
  <Words>2194</Words>
  <Application>Microsoft Office PowerPoint</Application>
  <PresentationFormat>On-screen Show (4:3)</PresentationFormat>
  <Paragraphs>867</Paragraphs>
  <Slides>36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Office Theme</vt:lpstr>
      <vt:lpstr>dan_design_template</vt:lpstr>
      <vt:lpstr>Reminder: Tree terminology</vt:lpstr>
      <vt:lpstr>Example Tree Calculations</vt:lpstr>
      <vt:lpstr>Binary Trees</vt:lpstr>
      <vt:lpstr>Tree Traversals</vt:lpstr>
      <vt:lpstr>More on  traversals</vt:lpstr>
      <vt:lpstr>More on  traversals</vt:lpstr>
      <vt:lpstr>More on  traversals</vt:lpstr>
      <vt:lpstr>More on  traversals</vt:lpstr>
      <vt:lpstr>More on  traversals</vt:lpstr>
      <vt:lpstr>More on  traversals</vt:lpstr>
      <vt:lpstr>More on  traversals</vt:lpstr>
      <vt:lpstr>More on  traversals</vt:lpstr>
      <vt:lpstr>More on  traversals</vt:lpstr>
      <vt:lpstr>More on  traversals</vt:lpstr>
      <vt:lpstr>More on  traversals</vt:lpstr>
      <vt:lpstr>Binary Search Tree (BST) Data Structure</vt:lpstr>
      <vt:lpstr>Are these BSTs?</vt:lpstr>
      <vt:lpstr>Find in BST, Recursive</vt:lpstr>
      <vt:lpstr>Find in BST, Iterative</vt:lpstr>
      <vt:lpstr>Bonus: Other BST “Finding” Operations</vt:lpstr>
      <vt:lpstr>Insert in BST</vt:lpstr>
      <vt:lpstr>Deletion in BST</vt:lpstr>
      <vt:lpstr>Deletion in BST</vt:lpstr>
      <vt:lpstr>Deletion – The Leaf Case</vt:lpstr>
      <vt:lpstr>Deletion – The One Child Case</vt:lpstr>
      <vt:lpstr>Deletion – The One Child Case</vt:lpstr>
      <vt:lpstr>Deletion – The Two Child Case</vt:lpstr>
      <vt:lpstr>Deletion – The Two Child Case</vt:lpstr>
      <vt:lpstr>Deletion: The Two Child Case (example)</vt:lpstr>
      <vt:lpstr>Deletion: The Two Child Case (example)</vt:lpstr>
      <vt:lpstr>Deletion: The Two Child Case (example)</vt:lpstr>
      <vt:lpstr>Deletion: The Two Child Case (example)</vt:lpstr>
      <vt:lpstr>Lazy Deletion</vt:lpstr>
      <vt:lpstr>BuildTree for BST</vt:lpstr>
      <vt:lpstr>BuildTree for BST</vt:lpstr>
      <vt:lpstr>Complexity of Building a Binary Search Tree</vt:lpstr>
    </vt:vector>
  </TitlesOfParts>
  <Company>University of Washington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CSE373: Data Structures &amp; Algorithms  Lecture 6: Binary Search Trees continued</dc:title>
  <dc:creator>Aaron Bauer</dc:creator>
  <cp:lastModifiedBy>Khan, Kamran Z</cp:lastModifiedBy>
  <cp:revision>85</cp:revision>
  <dcterms:created xsi:type="dcterms:W3CDTF">2014-01-16T19:44:47Z</dcterms:created>
  <dcterms:modified xsi:type="dcterms:W3CDTF">2015-02-26T22:04:38Z</dcterms:modified>
</cp:coreProperties>
</file>